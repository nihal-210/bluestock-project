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8" r:id="rId8"/>
    <p:sldId id="260" r:id="rId9"/>
    <p:sldId id="261" r:id="rId10"/>
    <p:sldId id="262" r:id="rId11"/>
    <p:sldId id="269" r:id="rId12"/>
    <p:sldId id="264" r:id="rId13"/>
    <p:sldId id="270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71C423-2704-0BF3-F947-4D8B0E1FEFE4}" v="446" dt="2026-06-12T06:44:13.5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l chaddha" userId="4dc17868757497d4" providerId="Windows Live" clId="Web-{9E71C423-2704-0BF3-F947-4D8B0E1FEFE4}"/>
    <pc:docChg chg="addSld delSld modSld">
      <pc:chgData name="nihal chaddha" userId="4dc17868757497d4" providerId="Windows Live" clId="Web-{9E71C423-2704-0BF3-F947-4D8B0E1FEFE4}" dt="2026-06-12T06:44:01.815" v="586" actId="14100"/>
      <pc:docMkLst>
        <pc:docMk/>
      </pc:docMkLst>
      <pc:sldChg chg="addSp delSp modSp mod setClrOvrMap">
        <pc:chgData name="nihal chaddha" userId="4dc17868757497d4" providerId="Windows Live" clId="Web-{9E71C423-2704-0BF3-F947-4D8B0E1FEFE4}" dt="2026-06-12T06:35:18.233" v="524"/>
        <pc:sldMkLst>
          <pc:docMk/>
          <pc:sldMk cId="2475805559" sldId="257"/>
        </pc:sldMkLst>
        <pc:spChg chg="mod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2" creationId="{1C21E816-31F5-48BB-BD02-D15F2F18B48A}"/>
          </ac:spMkLst>
        </pc:spChg>
        <pc:spChg chg="mod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3" creationId="{835D6E6B-3353-491C-A3C6-F278D6CED8B3}"/>
          </ac:spMkLst>
        </pc:spChg>
        <pc:spChg chg="add del mod">
          <ac:chgData name="nihal chaddha" userId="4dc17868757497d4" providerId="Windows Live" clId="Web-{9E71C423-2704-0BF3-F947-4D8B0E1FEFE4}" dt="2026-06-12T06:34:45.778" v="520"/>
          <ac:spMkLst>
            <pc:docMk/>
            <pc:sldMk cId="2475805559" sldId="257"/>
            <ac:spMk id="4" creationId="{603478C0-9FD7-848D-C601-3B74E16C6335}"/>
          </ac:spMkLst>
        </pc:spChg>
        <pc:spChg chg="del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18" creationId="{D6D7A0BC-0046-4CAA-8E7F-DCAFE511EA0E}"/>
          </ac:spMkLst>
        </pc:spChg>
        <pc:spChg chg="del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20" creationId="{E7C6334F-6411-41EC-AD7D-179EDD8B58CB}"/>
          </ac:spMkLst>
        </pc:spChg>
        <pc:spChg chg="del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22" creationId="{E6B02CEE-3AF8-4349-9B3E-8970E6DF62B3}"/>
          </ac:spMkLst>
        </pc:spChg>
        <pc:spChg chg="del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24" creationId="{AAA01CF0-3FB5-44EB-B7DE-F2E86374C2FB}"/>
          </ac:spMkLst>
        </pc:spChg>
        <pc:spChg chg="add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29" creationId="{E08D4B6A-8113-4DFB-B82E-B60CAC8E0A50}"/>
          </ac:spMkLst>
        </pc:spChg>
        <pc:spChg chg="add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31" creationId="{9822E561-F97C-4CBB-A9A6-A6BF6317BC84}"/>
          </ac:spMkLst>
        </pc:spChg>
        <pc:spChg chg="add">
          <ac:chgData name="nihal chaddha" userId="4dc17868757497d4" providerId="Windows Live" clId="Web-{9E71C423-2704-0BF3-F947-4D8B0E1FEFE4}" dt="2026-06-12T06:35:18.233" v="524"/>
          <ac:spMkLst>
            <pc:docMk/>
            <pc:sldMk cId="2475805559" sldId="257"/>
            <ac:spMk id="33" creationId="{B01B0E58-A5C8-4CDA-A2E0-35DF94E59857}"/>
          </ac:spMkLst>
        </pc:spChg>
        <pc:picChg chg="add mod">
          <ac:chgData name="nihal chaddha" userId="4dc17868757497d4" providerId="Windows Live" clId="Web-{9E71C423-2704-0BF3-F947-4D8B0E1FEFE4}" dt="2026-06-12T06:35:18.233" v="524"/>
          <ac:picMkLst>
            <pc:docMk/>
            <pc:sldMk cId="2475805559" sldId="257"/>
            <ac:picMk id="5" creationId="{EF633F00-2F2F-6B0A-2A49-B91727055425}"/>
          </ac:picMkLst>
        </pc:picChg>
        <pc:picChg chg="del">
          <ac:chgData name="nihal chaddha" userId="4dc17868757497d4" providerId="Windows Live" clId="Web-{9E71C423-2704-0BF3-F947-4D8B0E1FEFE4}" dt="2026-06-12T06:34:40.965" v="518"/>
          <ac:picMkLst>
            <pc:docMk/>
            <pc:sldMk cId="2475805559" sldId="257"/>
            <ac:picMk id="6" creationId="{F1A8C364-94D4-4630-BAD0-78722F347055}"/>
          </ac:picMkLst>
        </pc:picChg>
      </pc:sldChg>
      <pc:sldChg chg="addSp">
        <pc:chgData name="nihal chaddha" userId="4dc17868757497d4" providerId="Windows Live" clId="Web-{9E71C423-2704-0BF3-F947-4D8B0E1FEFE4}" dt="2026-06-12T06:23:32.096" v="409"/>
        <pc:sldMkLst>
          <pc:docMk/>
          <pc:sldMk cId="263784652" sldId="258"/>
        </pc:sldMkLst>
        <pc:picChg chg="add">
          <ac:chgData name="nihal chaddha" userId="4dc17868757497d4" providerId="Windows Live" clId="Web-{9E71C423-2704-0BF3-F947-4D8B0E1FEFE4}" dt="2026-06-12T06:23:32.096" v="409"/>
          <ac:picMkLst>
            <pc:docMk/>
            <pc:sldMk cId="263784652" sldId="258"/>
            <ac:picMk id="4" creationId="{A7986EC9-5FF3-4A7C-72FA-29F548E4D3F2}"/>
          </ac:picMkLst>
        </pc:picChg>
      </pc:sldChg>
      <pc:sldChg chg="addSp delSp modSp add del">
        <pc:chgData name="nihal chaddha" userId="4dc17868757497d4" providerId="Windows Live" clId="Web-{9E71C423-2704-0BF3-F947-4D8B0E1FEFE4}" dt="2026-06-12T06:23:37.175" v="410"/>
        <pc:sldMkLst>
          <pc:docMk/>
          <pc:sldMk cId="484443230" sldId="259"/>
        </pc:sldMkLst>
        <pc:spChg chg="del">
          <ac:chgData name="nihal chaddha" userId="4dc17868757497d4" providerId="Windows Live" clId="Web-{9E71C423-2704-0BF3-F947-4D8B0E1FEFE4}" dt="2026-06-12T05:45:29.040" v="295"/>
          <ac:spMkLst>
            <pc:docMk/>
            <pc:sldMk cId="484443230" sldId="259"/>
            <ac:spMk id="3" creationId="{296B3516-4D9A-DC74-0188-780A5621EBA7}"/>
          </ac:spMkLst>
        </pc:spChg>
        <pc:graphicFrameChg chg="add mod modGraphic">
          <ac:chgData name="nihal chaddha" userId="4dc17868757497d4" providerId="Windows Live" clId="Web-{9E71C423-2704-0BF3-F947-4D8B0E1FEFE4}" dt="2026-06-12T05:49:24.220" v="366"/>
          <ac:graphicFrameMkLst>
            <pc:docMk/>
            <pc:sldMk cId="484443230" sldId="259"/>
            <ac:graphicFrameMk id="5" creationId="{1DFB5D29-4C34-F0CE-A8FC-FF6F205BE4EC}"/>
          </ac:graphicFrameMkLst>
        </pc:graphicFrameChg>
        <pc:picChg chg="add">
          <ac:chgData name="nihal chaddha" userId="4dc17868757497d4" providerId="Windows Live" clId="Web-{9E71C423-2704-0BF3-F947-4D8B0E1FEFE4}" dt="2026-06-12T06:23:37.175" v="410"/>
          <ac:picMkLst>
            <pc:docMk/>
            <pc:sldMk cId="484443230" sldId="259"/>
            <ac:picMk id="27" creationId="{4E604811-AB3A-60D1-9A2F-48978EE53F25}"/>
          </ac:picMkLst>
        </pc:picChg>
      </pc:sldChg>
      <pc:sldChg chg="addSp delSp modSp mod setBg">
        <pc:chgData name="nihal chaddha" userId="4dc17868757497d4" providerId="Windows Live" clId="Web-{9E71C423-2704-0BF3-F947-4D8B0E1FEFE4}" dt="2026-06-12T06:30:18.924" v="471" actId="1076"/>
        <pc:sldMkLst>
          <pc:docMk/>
          <pc:sldMk cId="2621452902" sldId="260"/>
        </pc:sldMkLst>
        <pc:spChg chg="mod">
          <ac:chgData name="nihal chaddha" userId="4dc17868757497d4" providerId="Windows Live" clId="Web-{9E71C423-2704-0BF3-F947-4D8B0E1FEFE4}" dt="2026-06-12T05:45:11.665" v="294" actId="1076"/>
          <ac:spMkLst>
            <pc:docMk/>
            <pc:sldMk cId="2621452902" sldId="260"/>
            <ac:spMk id="2" creationId="{1AA7687A-1ADC-18F0-678C-0D2ADE02D2C7}"/>
          </ac:spMkLst>
        </pc:spChg>
        <pc:spChg chg="mod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3" creationId="{4F850BA2-A6CD-C657-E691-6B4320129DB9}"/>
          </ac:spMkLst>
        </pc:spChg>
        <pc:spChg chg="add del">
          <ac:chgData name="nihal chaddha" userId="4dc17868757497d4" providerId="Windows Live" clId="Web-{9E71C423-2704-0BF3-F947-4D8B0E1FEFE4}" dt="2026-06-12T06:26:06.337" v="425"/>
          <ac:spMkLst>
            <pc:docMk/>
            <pc:sldMk cId="2621452902" sldId="260"/>
            <ac:spMk id="8" creationId="{F858DF7D-C2D0-4B03-A7A0-2F06B789EE35}"/>
          </ac:spMkLst>
        </pc:spChg>
        <pc:spChg chg="add del">
          <ac:chgData name="nihal chaddha" userId="4dc17868757497d4" providerId="Windows Live" clId="Web-{9E71C423-2704-0BF3-F947-4D8B0E1FEFE4}" dt="2026-06-12T06:26:06.337" v="425"/>
          <ac:spMkLst>
            <pc:docMk/>
            <pc:sldMk cId="2621452902" sldId="260"/>
            <ac:spMk id="10" creationId="{1B26B711-3121-40B0-8377-A64F3DC00C7A}"/>
          </ac:spMkLst>
        </pc:spChg>
        <pc:spChg chg="add">
          <ac:chgData name="nihal chaddha" userId="4dc17868757497d4" providerId="Windows Live" clId="Web-{9E71C423-2704-0BF3-F947-4D8B0E1FEFE4}" dt="2026-06-12T05:45:06.414" v="293"/>
          <ac:spMkLst>
            <pc:docMk/>
            <pc:sldMk cId="2621452902" sldId="260"/>
            <ac:spMk id="12" creationId="{645C4D3D-ABBA-4B4E-93E5-01E343719849}"/>
          </ac:spMkLst>
        </pc:spChg>
        <pc:spChg chg="add del">
          <ac:chgData name="nihal chaddha" userId="4dc17868757497d4" providerId="Windows Live" clId="Web-{9E71C423-2704-0BF3-F947-4D8B0E1FEFE4}" dt="2026-06-12T06:26:06.337" v="425"/>
          <ac:spMkLst>
            <pc:docMk/>
            <pc:sldMk cId="2621452902" sldId="260"/>
            <ac:spMk id="14" creationId="{98DDD5E5-0097-4C6C-B266-5732EDA96CC4}"/>
          </ac:spMkLst>
        </pc:spChg>
        <pc:spChg chg="add del">
          <ac:chgData name="nihal chaddha" userId="4dc17868757497d4" providerId="Windows Live" clId="Web-{9E71C423-2704-0BF3-F947-4D8B0E1FEFE4}" dt="2026-06-12T06:26:06.337" v="425"/>
          <ac:spMkLst>
            <pc:docMk/>
            <pc:sldMk cId="2621452902" sldId="260"/>
            <ac:spMk id="16" creationId="{8952EF87-C74F-4D3F-9CAD-EEA1733C9BD0}"/>
          </ac:spMkLst>
        </pc:spChg>
        <pc:spChg chg="add 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21" creationId="{A21E7785-3D2D-4FF8-9C82-42CE9DBD7BB9}"/>
          </ac:spMkLst>
        </pc:spChg>
        <pc:spChg chg="add 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23" creationId="{90EEF605-B2CF-46DF-8CBD-B03F31FADF7C}"/>
          </ac:spMkLst>
        </pc:spChg>
        <pc:spChg chg="add 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25" creationId="{8F889FED-B7B7-45E2-A1EC-CFE97394AE6F}"/>
          </ac:spMkLst>
        </pc:spChg>
        <pc:spChg chg="add 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27" creationId="{8C57FA46-8945-4DEE-92C7-EB9E2F66314C}"/>
          </ac:spMkLst>
        </pc:spChg>
        <pc:spChg chg="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29" creationId="{D19504FF-266B-4F6E-BAA1-DF9730E90020}"/>
          </ac:spMkLst>
        </pc:spChg>
        <pc:spChg chg="add 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31" creationId="{6464F78D-891F-49EC-ADDE-5E581A66ACA9}"/>
          </ac:spMkLst>
        </pc:spChg>
        <pc:spChg chg="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33" creationId="{E125488F-35F4-46B0-BDF0-AFAA3610078B}"/>
          </ac:spMkLst>
        </pc:spChg>
        <pc:spChg chg="add del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35" creationId="{9911E146-5AE8-4892-B0B5-42052873B9E5}"/>
          </ac:spMkLst>
        </pc:spChg>
        <pc:spChg chg="add">
          <ac:chgData name="nihal chaddha" userId="4dc17868757497d4" providerId="Windows Live" clId="Web-{9E71C423-2704-0BF3-F947-4D8B0E1FEFE4}" dt="2026-06-12T06:26:21.228" v="428"/>
          <ac:spMkLst>
            <pc:docMk/>
            <pc:sldMk cId="2621452902" sldId="260"/>
            <ac:spMk id="42" creationId="{F367CCF1-BB1E-41CF-8499-94A870C33EFA}"/>
          </ac:spMkLst>
        </pc:spChg>
        <pc:picChg chg="add del">
          <ac:chgData name="nihal chaddha" userId="4dc17868757497d4" providerId="Windows Live" clId="Web-{9E71C423-2704-0BF3-F947-4D8B0E1FEFE4}" dt="2026-06-12T06:25:53.446" v="424"/>
          <ac:picMkLst>
            <pc:docMk/>
            <pc:sldMk cId="2621452902" sldId="260"/>
            <ac:picMk id="5" creationId="{D2731FB5-1706-25AA-1E89-B2C456482FFF}"/>
          </ac:picMkLst>
        </pc:picChg>
        <pc:picChg chg="add mod">
          <ac:chgData name="nihal chaddha" userId="4dc17868757497d4" providerId="Windows Live" clId="Web-{9E71C423-2704-0BF3-F947-4D8B0E1FEFE4}" dt="2026-06-12T06:30:18.924" v="471" actId="1076"/>
          <ac:picMkLst>
            <pc:docMk/>
            <pc:sldMk cId="2621452902" sldId="260"/>
            <ac:picMk id="6" creationId="{F6E09494-E029-09DA-E0EE-953368BE3D0C}"/>
          </ac:picMkLst>
        </pc:picChg>
        <pc:picChg chg="add mod">
          <ac:chgData name="nihal chaddha" userId="4dc17868757497d4" providerId="Windows Live" clId="Web-{9E71C423-2704-0BF3-F947-4D8B0E1FEFE4}" dt="2026-06-12T06:26:39.322" v="431" actId="1076"/>
          <ac:picMkLst>
            <pc:docMk/>
            <pc:sldMk cId="2621452902" sldId="260"/>
            <ac:picMk id="7" creationId="{8387180B-7627-4B1C-8CE2-C217238E7A0A}"/>
          </ac:picMkLst>
        </pc:picChg>
        <pc:picChg chg="add mod">
          <ac:chgData name="nihal chaddha" userId="4dc17868757497d4" providerId="Windows Live" clId="Web-{9E71C423-2704-0BF3-F947-4D8B0E1FEFE4}" dt="2026-06-12T06:26:15.087" v="427" actId="1076"/>
          <ac:picMkLst>
            <pc:docMk/>
            <pc:sldMk cId="2621452902" sldId="260"/>
            <ac:picMk id="9" creationId="{6E74A61D-2B70-531A-7C6F-FEE8EE30625F}"/>
          </ac:picMkLst>
        </pc:picChg>
      </pc:sldChg>
      <pc:sldChg chg="addSp delSp modSp mod setBg setClrOvrMap">
        <pc:chgData name="nihal chaddha" userId="4dc17868757497d4" providerId="Windows Live" clId="Web-{9E71C423-2704-0BF3-F947-4D8B0E1FEFE4}" dt="2026-06-12T06:30:10.205" v="470" actId="1076"/>
        <pc:sldMkLst>
          <pc:docMk/>
          <pc:sldMk cId="1449746927" sldId="261"/>
        </pc:sldMkLst>
        <pc:spChg chg="mod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2" creationId="{C2B798A4-D5B8-0F02-C0FB-0F6ACF79878E}"/>
          </ac:spMkLst>
        </pc:spChg>
        <pc:spChg chg="mod ord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3" creationId="{388416B9-80F1-12FE-5AD6-C0EAA3AB7C96}"/>
          </ac:spMkLst>
        </pc:spChg>
        <pc:spChg chg="add del mod">
          <ac:chgData name="nihal chaddha" userId="4dc17868757497d4" providerId="Windows Live" clId="Web-{9E71C423-2704-0BF3-F947-4D8B0E1FEFE4}" dt="2026-06-12T05:44:19.663" v="280"/>
          <ac:spMkLst>
            <pc:docMk/>
            <pc:sldMk cId="1449746927" sldId="261"/>
            <ac:spMk id="4" creationId="{6F031040-35C3-ACFD-FCE1-7F1DA8447C11}"/>
          </ac:spMkLst>
        </pc:spChg>
        <pc:spChg chg="add del">
          <ac:chgData name="nihal chaddha" userId="4dc17868757497d4" providerId="Windows Live" clId="Web-{9E71C423-2704-0BF3-F947-4D8B0E1FEFE4}" dt="2026-06-12T06:27:53.856" v="439"/>
          <ac:spMkLst>
            <pc:docMk/>
            <pc:sldMk cId="1449746927" sldId="261"/>
            <ac:spMk id="8" creationId="{F858DF7D-C2D0-4B03-A7A0-2F06B789EE35}"/>
          </ac:spMkLst>
        </pc:spChg>
        <pc:spChg chg="add del">
          <ac:chgData name="nihal chaddha" userId="4dc17868757497d4" providerId="Windows Live" clId="Web-{9E71C423-2704-0BF3-F947-4D8B0E1FEFE4}" dt="2026-06-12T06:27:53.856" v="439"/>
          <ac:spMkLst>
            <pc:docMk/>
            <pc:sldMk cId="1449746927" sldId="261"/>
            <ac:spMk id="10" creationId="{1B26B711-3121-40B0-8377-A64F3DC00C7A}"/>
          </ac:spMkLst>
        </pc:spChg>
        <pc:spChg chg="add del">
          <ac:chgData name="nihal chaddha" userId="4dc17868757497d4" providerId="Windows Live" clId="Web-{9E71C423-2704-0BF3-F947-4D8B0E1FEFE4}" dt="2026-06-12T06:27:53.856" v="439"/>
          <ac:spMkLst>
            <pc:docMk/>
            <pc:sldMk cId="1449746927" sldId="261"/>
            <ac:spMk id="12" creationId="{645C4D3D-ABBA-4B4E-93E5-01E343719849}"/>
          </ac:spMkLst>
        </pc:spChg>
        <pc:spChg chg="add del">
          <ac:chgData name="nihal chaddha" userId="4dc17868757497d4" providerId="Windows Live" clId="Web-{9E71C423-2704-0BF3-F947-4D8B0E1FEFE4}" dt="2026-06-12T06:27:53.856" v="439"/>
          <ac:spMkLst>
            <pc:docMk/>
            <pc:sldMk cId="1449746927" sldId="261"/>
            <ac:spMk id="14" creationId="{98DDD5E5-0097-4C6C-B266-5732EDA96CC4}"/>
          </ac:spMkLst>
        </pc:spChg>
        <pc:spChg chg="add del">
          <ac:chgData name="nihal chaddha" userId="4dc17868757497d4" providerId="Windows Live" clId="Web-{9E71C423-2704-0BF3-F947-4D8B0E1FEFE4}" dt="2026-06-12T06:27:53.856" v="439"/>
          <ac:spMkLst>
            <pc:docMk/>
            <pc:sldMk cId="1449746927" sldId="261"/>
            <ac:spMk id="16" creationId="{8952EF87-C74F-4D3F-9CAD-EEA1733C9BD0}"/>
          </ac:spMkLst>
        </pc:spChg>
        <pc:spChg chg="add del">
          <ac:chgData name="nihal chaddha" userId="4dc17868757497d4" providerId="Windows Live" clId="Web-{9E71C423-2704-0BF3-F947-4D8B0E1FEFE4}" dt="2026-06-12T06:27:53.841" v="438"/>
          <ac:spMkLst>
            <pc:docMk/>
            <pc:sldMk cId="1449746927" sldId="261"/>
            <ac:spMk id="21" creationId="{A21E7785-3D2D-4FF8-9C82-42CE9DBD7BB9}"/>
          </ac:spMkLst>
        </pc:spChg>
        <pc:spChg chg="add del">
          <ac:chgData name="nihal chaddha" userId="4dc17868757497d4" providerId="Windows Live" clId="Web-{9E71C423-2704-0BF3-F947-4D8B0E1FEFE4}" dt="2026-06-12T06:27:53.841" v="438"/>
          <ac:spMkLst>
            <pc:docMk/>
            <pc:sldMk cId="1449746927" sldId="261"/>
            <ac:spMk id="25" creationId="{8F889FED-B7B7-45E2-A1EC-CFE97394AE6F}"/>
          </ac:spMkLst>
        </pc:spChg>
        <pc:spChg chg="add del">
          <ac:chgData name="nihal chaddha" userId="4dc17868757497d4" providerId="Windows Live" clId="Web-{9E71C423-2704-0BF3-F947-4D8B0E1FEFE4}" dt="2026-06-12T06:27:53.841" v="438"/>
          <ac:spMkLst>
            <pc:docMk/>
            <pc:sldMk cId="1449746927" sldId="261"/>
            <ac:spMk id="29" creationId="{D19504FF-266B-4F6E-BAA1-DF9730E90020}"/>
          </ac:spMkLst>
        </pc:spChg>
        <pc:spChg chg="add del">
          <ac:chgData name="nihal chaddha" userId="4dc17868757497d4" providerId="Windows Live" clId="Web-{9E71C423-2704-0BF3-F947-4D8B0E1FEFE4}" dt="2026-06-12T06:27:53.841" v="438"/>
          <ac:spMkLst>
            <pc:docMk/>
            <pc:sldMk cId="1449746927" sldId="261"/>
            <ac:spMk id="31" creationId="{6464F78D-891F-49EC-ADDE-5E581A66ACA9}"/>
          </ac:spMkLst>
        </pc:spChg>
        <pc:spChg chg="add del">
          <ac:chgData name="nihal chaddha" userId="4dc17868757497d4" providerId="Windows Live" clId="Web-{9E71C423-2704-0BF3-F947-4D8B0E1FEFE4}" dt="2026-06-12T06:27:53.841" v="438"/>
          <ac:spMkLst>
            <pc:docMk/>
            <pc:sldMk cId="1449746927" sldId="261"/>
            <ac:spMk id="35" creationId="{9911E146-5AE8-4892-B0B5-42052873B9E5}"/>
          </ac:spMkLst>
        </pc:spChg>
        <pc:spChg chg="del">
          <ac:chgData name="nihal chaddha" userId="4dc17868757497d4" providerId="Windows Live" clId="Web-{9E71C423-2704-0BF3-F947-4D8B0E1FEFE4}" dt="2026-06-12T06:28:02.669" v="441"/>
          <ac:spMkLst>
            <pc:docMk/>
            <pc:sldMk cId="1449746927" sldId="261"/>
            <ac:spMk id="37" creationId="{118310A3-1517-431E-A8FC-5E6F018BC69B}"/>
          </ac:spMkLst>
        </pc:spChg>
        <pc:spChg chg="add del">
          <ac:chgData name="nihal chaddha" userId="4dc17868757497d4" providerId="Windows Live" clId="Web-{9E71C423-2704-0BF3-F947-4D8B0E1FEFE4}" dt="2026-06-12T06:28:02.669" v="441"/>
          <ac:spMkLst>
            <pc:docMk/>
            <pc:sldMk cId="1449746927" sldId="261"/>
            <ac:spMk id="38" creationId="{7F23E396-BE04-4D91-89A5-24877C3E96D3}"/>
          </ac:spMkLst>
        </pc:spChg>
        <pc:spChg chg="add del">
          <ac:chgData name="nihal chaddha" userId="4dc17868757497d4" providerId="Windows Live" clId="Web-{9E71C423-2704-0BF3-F947-4D8B0E1FEFE4}" dt="2026-06-12T06:28:02.669" v="441"/>
          <ac:spMkLst>
            <pc:docMk/>
            <pc:sldMk cId="1449746927" sldId="261"/>
            <ac:spMk id="40" creationId="{B0704962-EC61-43A0-B8F5-F0E73686A3B5}"/>
          </ac:spMkLst>
        </pc:spChg>
        <pc:spChg chg="del">
          <ac:chgData name="nihal chaddha" userId="4dc17868757497d4" providerId="Windows Live" clId="Web-{9E71C423-2704-0BF3-F947-4D8B0E1FEFE4}" dt="2026-06-12T06:28:02.669" v="441"/>
          <ac:spMkLst>
            <pc:docMk/>
            <pc:sldMk cId="1449746927" sldId="261"/>
            <ac:spMk id="41" creationId="{90DBC3A1-652F-4058-94C8-0F512D44281A}"/>
          </ac:spMkLst>
        </pc:spChg>
        <pc:spChg chg="add del">
          <ac:chgData name="nihal chaddha" userId="4dc17868757497d4" providerId="Windows Live" clId="Web-{9E71C423-2704-0BF3-F947-4D8B0E1FEFE4}" dt="2026-06-12T06:28:02.669" v="441"/>
          <ac:spMkLst>
            <pc:docMk/>
            <pc:sldMk cId="1449746927" sldId="261"/>
            <ac:spMk id="42" creationId="{5A205CC8-8A08-4581-B9ED-683CF3A04470}"/>
          </ac:spMkLst>
        </pc:spChg>
        <pc:spChg chg="add del">
          <ac:chgData name="nihal chaddha" userId="4dc17868757497d4" providerId="Windows Live" clId="Web-{9E71C423-2704-0BF3-F947-4D8B0E1FEFE4}" dt="2026-06-12T06:28:02.669" v="441"/>
          <ac:spMkLst>
            <pc:docMk/>
            <pc:sldMk cId="1449746927" sldId="261"/>
            <ac:spMk id="43" creationId="{0D090A5C-3625-4701-8C21-52969B3A7BC9}"/>
          </ac:spMkLst>
        </pc:spChg>
        <pc:spChg chg="add del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48" creationId="{13BF3125-F829-42AD-9499-2E1E6857395C}"/>
          </ac:spMkLst>
        </pc:spChg>
        <pc:spChg chg="add del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50" creationId="{0755048A-E386-4898-B0AD-98A6A29F6A24}"/>
          </ac:spMkLst>
        </pc:spChg>
        <pc:spChg chg="add del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52" creationId="{0A21A1F8-0202-47A2-AA30-21B1B3ED6D76}"/>
          </ac:spMkLst>
        </pc:spChg>
        <pc:spChg chg="add del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54" creationId="{58016B9E-A476-43D0-AA13-88A0A84D44A2}"/>
          </ac:spMkLst>
        </pc:spChg>
        <pc:spChg chg="add del">
          <ac:chgData name="nihal chaddha" userId="4dc17868757497d4" providerId="Windows Live" clId="Web-{9E71C423-2704-0BF3-F947-4D8B0E1FEFE4}" dt="2026-06-12T06:29:01.406" v="453"/>
          <ac:spMkLst>
            <pc:docMk/>
            <pc:sldMk cId="1449746927" sldId="261"/>
            <ac:spMk id="59" creationId="{ADB08581-279A-478B-83DD-945E4CB34E45}"/>
          </ac:spMkLst>
        </pc:spChg>
        <pc:spChg chg="add del">
          <ac:chgData name="nihal chaddha" userId="4dc17868757497d4" providerId="Windows Live" clId="Web-{9E71C423-2704-0BF3-F947-4D8B0E1FEFE4}" dt="2026-06-12T06:29:01.406" v="453"/>
          <ac:spMkLst>
            <pc:docMk/>
            <pc:sldMk cId="1449746927" sldId="261"/>
            <ac:spMk id="61" creationId="{21E40D98-2DD7-4DBC-9170-584D5BA2D395}"/>
          </ac:spMkLst>
        </pc:spChg>
        <pc:spChg chg="add del">
          <ac:chgData name="nihal chaddha" userId="4dc17868757497d4" providerId="Windows Live" clId="Web-{9E71C423-2704-0BF3-F947-4D8B0E1FEFE4}" dt="2026-06-12T06:29:01.406" v="453"/>
          <ac:spMkLst>
            <pc:docMk/>
            <pc:sldMk cId="1449746927" sldId="261"/>
            <ac:spMk id="63" creationId="{56F5A787-B406-4A79-B561-57041C4B02A0}"/>
          </ac:spMkLst>
        </pc:spChg>
        <pc:spChg chg="add del">
          <ac:chgData name="nihal chaddha" userId="4dc17868757497d4" providerId="Windows Live" clId="Web-{9E71C423-2704-0BF3-F947-4D8B0E1FEFE4}" dt="2026-06-12T06:29:09.828" v="455"/>
          <ac:spMkLst>
            <pc:docMk/>
            <pc:sldMk cId="1449746927" sldId="261"/>
            <ac:spMk id="65" creationId="{58016B9E-A476-43D0-AA13-88A0A84D44A2}"/>
          </ac:spMkLst>
        </pc:spChg>
        <pc:spChg chg="add del">
          <ac:chgData name="nihal chaddha" userId="4dc17868757497d4" providerId="Windows Live" clId="Web-{9E71C423-2704-0BF3-F947-4D8B0E1FEFE4}" dt="2026-06-12T06:29:09.828" v="455"/>
          <ac:spMkLst>
            <pc:docMk/>
            <pc:sldMk cId="1449746927" sldId="261"/>
            <ac:spMk id="66" creationId="{13BF3125-F829-42AD-9499-2E1E6857395C}"/>
          </ac:spMkLst>
        </pc:spChg>
        <pc:spChg chg="add del">
          <ac:chgData name="nihal chaddha" userId="4dc17868757497d4" providerId="Windows Live" clId="Web-{9E71C423-2704-0BF3-F947-4D8B0E1FEFE4}" dt="2026-06-12T06:29:09.828" v="455"/>
          <ac:spMkLst>
            <pc:docMk/>
            <pc:sldMk cId="1449746927" sldId="261"/>
            <ac:spMk id="67" creationId="{0755048A-E386-4898-B0AD-98A6A29F6A24}"/>
          </ac:spMkLst>
        </pc:spChg>
        <pc:spChg chg="add del">
          <ac:chgData name="nihal chaddha" userId="4dc17868757497d4" providerId="Windows Live" clId="Web-{9E71C423-2704-0BF3-F947-4D8B0E1FEFE4}" dt="2026-06-12T06:29:09.828" v="455"/>
          <ac:spMkLst>
            <pc:docMk/>
            <pc:sldMk cId="1449746927" sldId="261"/>
            <ac:spMk id="68" creationId="{0A21A1F8-0202-47A2-AA30-21B1B3ED6D76}"/>
          </ac:spMkLst>
        </pc:spChg>
        <pc:spChg chg="add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70" creationId="{5C54D7CB-0C91-49BA-BDC8-628D4E04E429}"/>
          </ac:spMkLst>
        </pc:spChg>
        <pc:spChg chg="add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71" creationId="{17AA1860-70B6-4D74-8E50-89C5CFA4EAAF}"/>
          </ac:spMkLst>
        </pc:spChg>
        <pc:spChg chg="add">
          <ac:chgData name="nihal chaddha" userId="4dc17868757497d4" providerId="Windows Live" clId="Web-{9E71C423-2704-0BF3-F947-4D8B0E1FEFE4}" dt="2026-06-12T06:29:09.859" v="456"/>
          <ac:spMkLst>
            <pc:docMk/>
            <pc:sldMk cId="1449746927" sldId="261"/>
            <ac:spMk id="72" creationId="{034FA9EC-3E4B-41A6-9164-6C10794D78C1}"/>
          </ac:spMkLst>
        </pc:spChg>
        <pc:picChg chg="add del">
          <ac:chgData name="nihal chaddha" userId="4dc17868757497d4" providerId="Windows Live" clId="Web-{9E71C423-2704-0BF3-F947-4D8B0E1FEFE4}" dt="2026-06-12T06:27:39.668" v="436"/>
          <ac:picMkLst>
            <pc:docMk/>
            <pc:sldMk cId="1449746927" sldId="261"/>
            <ac:picMk id="5" creationId="{EC5B982D-3554-49F1-184A-1779D506D0E0}"/>
          </ac:picMkLst>
        </pc:picChg>
        <pc:picChg chg="add mod">
          <ac:chgData name="nihal chaddha" userId="4dc17868757497d4" providerId="Windows Live" clId="Web-{9E71C423-2704-0BF3-F947-4D8B0E1FEFE4}" dt="2026-06-12T06:26:56.182" v="433"/>
          <ac:picMkLst>
            <pc:docMk/>
            <pc:sldMk cId="1449746927" sldId="261"/>
            <ac:picMk id="6" creationId="{9598C234-37BB-C509-2A30-171150E5C878}"/>
          </ac:picMkLst>
        </pc:picChg>
        <pc:picChg chg="add mod ord">
          <ac:chgData name="nihal chaddha" userId="4dc17868757497d4" providerId="Windows Live" clId="Web-{9E71C423-2704-0BF3-F947-4D8B0E1FEFE4}" dt="2026-06-12T06:29:49.486" v="465"/>
          <ac:picMkLst>
            <pc:docMk/>
            <pc:sldMk cId="1449746927" sldId="261"/>
            <ac:picMk id="7" creationId="{7194577B-3B0D-76EA-4AC8-8E58637E61F0}"/>
          </ac:picMkLst>
        </pc:picChg>
        <pc:picChg chg="add mod ord">
          <ac:chgData name="nihal chaddha" userId="4dc17868757497d4" providerId="Windows Live" clId="Web-{9E71C423-2704-0BF3-F947-4D8B0E1FEFE4}" dt="2026-06-12T06:29:54.064" v="466"/>
          <ac:picMkLst>
            <pc:docMk/>
            <pc:sldMk cId="1449746927" sldId="261"/>
            <ac:picMk id="9" creationId="{4F250D23-6663-F46D-7F1B-D9F1142E5CDB}"/>
          </ac:picMkLst>
        </pc:picChg>
        <pc:picChg chg="add del mod modCrop">
          <ac:chgData name="nihal chaddha" userId="4dc17868757497d4" providerId="Windows Live" clId="Web-{9E71C423-2704-0BF3-F947-4D8B0E1FEFE4}" dt="2026-06-12T06:28:42.343" v="451"/>
          <ac:picMkLst>
            <pc:docMk/>
            <pc:sldMk cId="1449746927" sldId="261"/>
            <ac:picMk id="11" creationId="{1ECE01BE-9F05-C136-0C4B-D7488ECDDF63}"/>
          </ac:picMkLst>
        </pc:picChg>
        <pc:picChg chg="add mod modCrop">
          <ac:chgData name="nihal chaddha" userId="4dc17868757497d4" providerId="Windows Live" clId="Web-{9E71C423-2704-0BF3-F947-4D8B0E1FEFE4}" dt="2026-06-12T06:30:10.205" v="470" actId="1076"/>
          <ac:picMkLst>
            <pc:docMk/>
            <pc:sldMk cId="1449746927" sldId="261"/>
            <ac:picMk id="13" creationId="{B383742F-957D-98A9-8F3D-D66C5737FB60}"/>
          </ac:picMkLst>
        </pc:picChg>
      </pc:sldChg>
      <pc:sldChg chg="addSp modSp mod setBg">
        <pc:chgData name="nihal chaddha" userId="4dc17868757497d4" providerId="Windows Live" clId="Web-{9E71C423-2704-0BF3-F947-4D8B0E1FEFE4}" dt="2026-06-12T06:23:25.284" v="408" actId="14100"/>
        <pc:sldMkLst>
          <pc:docMk/>
          <pc:sldMk cId="2747373777" sldId="262"/>
        </pc:sldMkLst>
        <pc:spChg chg="mod">
          <ac:chgData name="nihal chaddha" userId="4dc17868757497d4" providerId="Windows Live" clId="Web-{9E71C423-2704-0BF3-F947-4D8B0E1FEFE4}" dt="2026-06-12T05:39:16.839" v="120" actId="1076"/>
          <ac:spMkLst>
            <pc:docMk/>
            <pc:sldMk cId="2747373777" sldId="262"/>
            <ac:spMk id="2" creationId="{F45D148B-B34C-5138-AF62-D6D3D9E4C59C}"/>
          </ac:spMkLst>
        </pc:spChg>
        <pc:spChg chg="mod">
          <ac:chgData name="nihal chaddha" userId="4dc17868757497d4" providerId="Windows Live" clId="Web-{9E71C423-2704-0BF3-F947-4D8B0E1FEFE4}" dt="2026-06-12T05:39:13.136" v="119" actId="20577"/>
          <ac:spMkLst>
            <pc:docMk/>
            <pc:sldMk cId="2747373777" sldId="262"/>
            <ac:spMk id="3" creationId="{0981C42B-A8A3-A1DC-3776-C36DEEB20F70}"/>
          </ac:spMkLst>
        </pc:spChg>
        <pc:spChg chg="add">
          <ac:chgData name="nihal chaddha" userId="4dc17868757497d4" providerId="Windows Live" clId="Web-{9E71C423-2704-0BF3-F947-4D8B0E1FEFE4}" dt="2026-06-12T05:34:09.813" v="58"/>
          <ac:spMkLst>
            <pc:docMk/>
            <pc:sldMk cId="2747373777" sldId="262"/>
            <ac:spMk id="8" creationId="{F858DF7D-C2D0-4B03-A7A0-2F06B789EE35}"/>
          </ac:spMkLst>
        </pc:spChg>
        <pc:spChg chg="add">
          <ac:chgData name="nihal chaddha" userId="4dc17868757497d4" providerId="Windows Live" clId="Web-{9E71C423-2704-0BF3-F947-4D8B0E1FEFE4}" dt="2026-06-12T05:34:09.813" v="58"/>
          <ac:spMkLst>
            <pc:docMk/>
            <pc:sldMk cId="2747373777" sldId="262"/>
            <ac:spMk id="10" creationId="{1B26B711-3121-40B0-8377-A64F3DC00C7A}"/>
          </ac:spMkLst>
        </pc:spChg>
        <pc:spChg chg="add">
          <ac:chgData name="nihal chaddha" userId="4dc17868757497d4" providerId="Windows Live" clId="Web-{9E71C423-2704-0BF3-F947-4D8B0E1FEFE4}" dt="2026-06-12T05:34:09.813" v="58"/>
          <ac:spMkLst>
            <pc:docMk/>
            <pc:sldMk cId="2747373777" sldId="262"/>
            <ac:spMk id="12" creationId="{645C4D3D-ABBA-4B4E-93E5-01E343719849}"/>
          </ac:spMkLst>
        </pc:spChg>
        <pc:spChg chg="add">
          <ac:chgData name="nihal chaddha" userId="4dc17868757497d4" providerId="Windows Live" clId="Web-{9E71C423-2704-0BF3-F947-4D8B0E1FEFE4}" dt="2026-06-12T05:34:09.813" v="58"/>
          <ac:spMkLst>
            <pc:docMk/>
            <pc:sldMk cId="2747373777" sldId="262"/>
            <ac:spMk id="14" creationId="{98DDD5E5-0097-4C6C-B266-5732EDA96CC4}"/>
          </ac:spMkLst>
        </pc:spChg>
        <pc:spChg chg="add">
          <ac:chgData name="nihal chaddha" userId="4dc17868757497d4" providerId="Windows Live" clId="Web-{9E71C423-2704-0BF3-F947-4D8B0E1FEFE4}" dt="2026-06-12T05:34:09.813" v="58"/>
          <ac:spMkLst>
            <pc:docMk/>
            <pc:sldMk cId="2747373777" sldId="262"/>
            <ac:spMk id="16" creationId="{8952EF87-C74F-4D3F-9CAD-EEA1733C9BD0}"/>
          </ac:spMkLst>
        </pc:spChg>
        <pc:picChg chg="add mod">
          <ac:chgData name="nihal chaddha" userId="4dc17868757497d4" providerId="Windows Live" clId="Web-{9E71C423-2704-0BF3-F947-4D8B0E1FEFE4}" dt="2026-06-12T06:23:25.284" v="408" actId="14100"/>
          <ac:picMkLst>
            <pc:docMk/>
            <pc:sldMk cId="2747373777" sldId="262"/>
            <ac:picMk id="4" creationId="{B91D8BA5-98E0-4C6A-ADA2-6931D0CBEF29}"/>
          </ac:picMkLst>
        </pc:picChg>
      </pc:sldChg>
      <pc:sldChg chg="addSp delSp modSp del mod setBg">
        <pc:chgData name="nihal chaddha" userId="4dc17868757497d4" providerId="Windows Live" clId="Web-{9E71C423-2704-0BF3-F947-4D8B0E1FEFE4}" dt="2026-06-12T05:39:50.981" v="124"/>
        <pc:sldMkLst>
          <pc:docMk/>
          <pc:sldMk cId="2973805176" sldId="263"/>
        </pc:sldMkLst>
        <pc:spChg chg="mod">
          <ac:chgData name="nihal chaddha" userId="4dc17868757497d4" providerId="Windows Live" clId="Web-{9E71C423-2704-0BF3-F947-4D8B0E1FEFE4}" dt="2026-06-12T05:34:22.860" v="59"/>
          <ac:spMkLst>
            <pc:docMk/>
            <pc:sldMk cId="2973805176" sldId="263"/>
            <ac:spMk id="2" creationId="{F05BBD83-8621-6B5A-2461-6842280D810B}"/>
          </ac:spMkLst>
        </pc:spChg>
        <pc:spChg chg="del">
          <ac:chgData name="nihal chaddha" userId="4dc17868757497d4" providerId="Windows Live" clId="Web-{9E71C423-2704-0BF3-F947-4D8B0E1FEFE4}" dt="2026-06-12T05:34:22.860" v="59"/>
          <ac:spMkLst>
            <pc:docMk/>
            <pc:sldMk cId="2973805176" sldId="263"/>
            <ac:spMk id="3" creationId="{5B6EA811-6134-F682-A32E-836B702508DF}"/>
          </ac:spMkLst>
        </pc:spChg>
        <pc:spChg chg="add del mod">
          <ac:chgData name="nihal chaddha" userId="4dc17868757497d4" providerId="Windows Live" clId="Web-{9E71C423-2704-0BF3-F947-4D8B0E1FEFE4}" dt="2026-06-12T05:36:20.318" v="85"/>
          <ac:spMkLst>
            <pc:docMk/>
            <pc:sldMk cId="2973805176" sldId="263"/>
            <ac:spMk id="242" creationId="{9413A678-34A6-D952-3F7F-5988275BA67C}"/>
          </ac:spMkLst>
        </pc:spChg>
        <pc:spChg chg="add mod">
          <ac:chgData name="nihal chaddha" userId="4dc17868757497d4" providerId="Windows Live" clId="Web-{9E71C423-2704-0BF3-F947-4D8B0E1FEFE4}" dt="2026-06-12T05:37:38.398" v="98" actId="20577"/>
          <ac:spMkLst>
            <pc:docMk/>
            <pc:sldMk cId="2973805176" sldId="263"/>
            <ac:spMk id="295" creationId="{4C1DF750-8CC6-BA8E-5519-1DD8947E1EAA}"/>
          </ac:spMkLst>
        </pc:spChg>
        <pc:graphicFrameChg chg="add del modGraphic">
          <ac:chgData name="nihal chaddha" userId="4dc17868757497d4" providerId="Windows Live" clId="Web-{9E71C423-2704-0BF3-F947-4D8B0E1FEFE4}" dt="2026-06-12T05:36:40.975" v="87"/>
          <ac:graphicFrameMkLst>
            <pc:docMk/>
            <pc:sldMk cId="2973805176" sldId="263"/>
            <ac:graphicFrameMk id="5" creationId="{8B0C3032-FFCF-7F76-0C61-3047A736835B}"/>
          </ac:graphicFrameMkLst>
        </pc:graphicFrameChg>
      </pc:sldChg>
      <pc:sldChg chg="addSp delSp modSp mod setBg">
        <pc:chgData name="nihal chaddha" userId="4dc17868757497d4" providerId="Windows Live" clId="Web-{9E71C423-2704-0BF3-F947-4D8B0E1FEFE4}" dt="2026-06-12T06:40:32.385" v="541"/>
        <pc:sldMkLst>
          <pc:docMk/>
          <pc:sldMk cId="3988163796" sldId="264"/>
        </pc:sldMkLst>
        <pc:spChg chg="mod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2" creationId="{90F1F2B8-98EF-A159-5D1F-AA162DCFFFA3}"/>
          </ac:spMkLst>
        </pc:spChg>
        <pc:spChg chg="del">
          <ac:chgData name="nihal chaddha" userId="4dc17868757497d4" providerId="Windows Live" clId="Web-{9E71C423-2704-0BF3-F947-4D8B0E1FEFE4}" dt="2026-06-12T06:39:20.195" v="525"/>
          <ac:spMkLst>
            <pc:docMk/>
            <pc:sldMk cId="3988163796" sldId="264"/>
            <ac:spMk id="3" creationId="{30EF0A1E-AB86-1A1D-4409-45413AAAAFCE}"/>
          </ac:spMkLst>
        </pc:spChg>
        <pc:spChg chg="add mod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11" creationId="{DE787747-DF55-BBFC-9496-41459D9D9A47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14" creationId="{19080B67-B754-42DD-A48D-9F9825B8BC74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16" creationId="{3ED1230F-A795-4397-9AB6-7FDC98B726BF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18" creationId="{41182216-581B-4394-806B-79D6D40614F7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20" creationId="{1678ABD2-2F95-4A50-936B-1A18BD7ED4EF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22" creationId="{9C27EDFD-C02F-4070-BDA1-2A0746244CA9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24" creationId="{04C78D19-92E9-4BAF-986C-B007349BE667}"/>
          </ac:spMkLst>
        </pc:spChg>
        <pc:spChg chg="add del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26" creationId="{DEEF1D81-170C-4CAD-9246-D18D8D4501E0}"/>
          </ac:spMkLst>
        </pc:spChg>
        <pc:spChg chg="add">
          <ac:chgData name="nihal chaddha" userId="4dc17868757497d4" providerId="Windows Live" clId="Web-{9E71C423-2704-0BF3-F947-4D8B0E1FEFE4}" dt="2026-06-12T06:40:32.385" v="541"/>
          <ac:spMkLst>
            <pc:docMk/>
            <pc:sldMk cId="3988163796" sldId="264"/>
            <ac:spMk id="31" creationId="{0A7B8BBB-5B34-401F-9483-EB5DC6DFA89C}"/>
          </ac:spMkLst>
        </pc:spChg>
        <pc:picChg chg="add del">
          <ac:chgData name="nihal chaddha" userId="4dc17868757497d4" providerId="Windows Live" clId="Web-{9E71C423-2704-0BF3-F947-4D8B0E1FEFE4}" dt="2026-06-12T06:39:28.883" v="527"/>
          <ac:picMkLst>
            <pc:docMk/>
            <pc:sldMk cId="3988163796" sldId="264"/>
            <ac:picMk id="5" creationId="{6CF8C65D-F2B2-E36C-1519-26502E44E8A8}"/>
          </ac:picMkLst>
        </pc:picChg>
        <pc:picChg chg="add mod ord">
          <ac:chgData name="nihal chaddha" userId="4dc17868757497d4" providerId="Windows Live" clId="Web-{9E71C423-2704-0BF3-F947-4D8B0E1FEFE4}" dt="2026-06-12T06:39:37.602" v="528"/>
          <ac:picMkLst>
            <pc:docMk/>
            <pc:sldMk cId="3988163796" sldId="264"/>
            <ac:picMk id="6" creationId="{70BF67C8-848F-96A1-ACD8-5EEC4790A68E}"/>
          </ac:picMkLst>
        </pc:picChg>
        <pc:picChg chg="add mod">
          <ac:chgData name="nihal chaddha" userId="4dc17868757497d4" providerId="Windows Live" clId="Web-{9E71C423-2704-0BF3-F947-4D8B0E1FEFE4}" dt="2026-06-12T06:39:20.273" v="526"/>
          <ac:picMkLst>
            <pc:docMk/>
            <pc:sldMk cId="3988163796" sldId="264"/>
            <ac:picMk id="7" creationId="{693D91A0-397A-AE69-54EF-270A973ADEC9}"/>
          </ac:picMkLst>
        </pc:picChg>
      </pc:sldChg>
      <pc:sldChg chg="addSp del">
        <pc:chgData name="nihal chaddha" userId="4dc17868757497d4" providerId="Windows Live" clId="Web-{9E71C423-2704-0BF3-F947-4D8B0E1FEFE4}" dt="2026-06-12T06:40:52.120" v="543"/>
        <pc:sldMkLst>
          <pc:docMk/>
          <pc:sldMk cId="1288790146" sldId="265"/>
        </pc:sldMkLst>
        <pc:picChg chg="add">
          <ac:chgData name="nihal chaddha" userId="4dc17868757497d4" providerId="Windows Live" clId="Web-{9E71C423-2704-0BF3-F947-4D8B0E1FEFE4}" dt="2026-06-12T06:23:55.082" v="416"/>
          <ac:picMkLst>
            <pc:docMk/>
            <pc:sldMk cId="1288790146" sldId="265"/>
            <ac:picMk id="5" creationId="{4DCDF5FC-C5FE-105D-ABD7-E41DE3C30808}"/>
          </ac:picMkLst>
        </pc:picChg>
      </pc:sldChg>
      <pc:sldChg chg="addSp modSp">
        <pc:chgData name="nihal chaddha" userId="4dc17868757497d4" providerId="Windows Live" clId="Web-{9E71C423-2704-0BF3-F947-4D8B0E1FEFE4}" dt="2026-06-12T06:23:56.972" v="417"/>
        <pc:sldMkLst>
          <pc:docMk/>
          <pc:sldMk cId="3046433154" sldId="266"/>
        </pc:sldMkLst>
        <pc:spChg chg="mod">
          <ac:chgData name="nihal chaddha" userId="4dc17868757497d4" providerId="Windows Live" clId="Web-{9E71C423-2704-0BF3-F947-4D8B0E1FEFE4}" dt="2026-06-12T06:21:09.513" v="404" actId="20577"/>
          <ac:spMkLst>
            <pc:docMk/>
            <pc:sldMk cId="3046433154" sldId="266"/>
            <ac:spMk id="3" creationId="{6D38E156-95E3-6258-5630-AA4BCBCD7F9F}"/>
          </ac:spMkLst>
        </pc:spChg>
        <pc:picChg chg="add">
          <ac:chgData name="nihal chaddha" userId="4dc17868757497d4" providerId="Windows Live" clId="Web-{9E71C423-2704-0BF3-F947-4D8B0E1FEFE4}" dt="2026-06-12T06:23:56.972" v="417"/>
          <ac:picMkLst>
            <pc:docMk/>
            <pc:sldMk cId="3046433154" sldId="266"/>
            <ac:picMk id="5" creationId="{653CE96B-FFBD-29F7-EC7E-E7107EAF5A25}"/>
          </ac:picMkLst>
        </pc:picChg>
      </pc:sldChg>
      <pc:sldChg chg="addSp delSp modSp">
        <pc:chgData name="nihal chaddha" userId="4dc17868757497d4" providerId="Windows Live" clId="Web-{9E71C423-2704-0BF3-F947-4D8B0E1FEFE4}" dt="2026-06-12T06:23:58.847" v="418"/>
        <pc:sldMkLst>
          <pc:docMk/>
          <pc:sldMk cId="3586717703" sldId="267"/>
        </pc:sldMkLst>
        <pc:spChg chg="mod">
          <ac:chgData name="nihal chaddha" userId="4dc17868757497d4" providerId="Windows Live" clId="Web-{9E71C423-2704-0BF3-F947-4D8B0E1FEFE4}" dt="2026-06-12T06:20:00.198" v="371" actId="14100"/>
          <ac:spMkLst>
            <pc:docMk/>
            <pc:sldMk cId="3586717703" sldId="267"/>
            <ac:spMk id="2" creationId="{0436107A-DD51-7B8D-A77E-83BCFB316BEF}"/>
          </ac:spMkLst>
        </pc:spChg>
        <pc:spChg chg="add del mod">
          <ac:chgData name="nihal chaddha" userId="4dc17868757497d4" providerId="Windows Live" clId="Web-{9E71C423-2704-0BF3-F947-4D8B0E1FEFE4}" dt="2026-06-12T06:20:39.043" v="388" actId="20577"/>
          <ac:spMkLst>
            <pc:docMk/>
            <pc:sldMk cId="3586717703" sldId="267"/>
            <ac:spMk id="3" creationId="{FABB6502-8D4E-D944-A649-E50F41FD50F5}"/>
          </ac:spMkLst>
        </pc:spChg>
        <pc:spChg chg="add del mod">
          <ac:chgData name="nihal chaddha" userId="4dc17868757497d4" providerId="Windows Live" clId="Web-{9E71C423-2704-0BF3-F947-4D8B0E1FEFE4}" dt="2026-06-12T06:20:11.933" v="373"/>
          <ac:spMkLst>
            <pc:docMk/>
            <pc:sldMk cId="3586717703" sldId="267"/>
            <ac:spMk id="5" creationId="{352F467B-4EED-8C1F-F64E-4A8D7CAF5D56}"/>
          </ac:spMkLst>
        </pc:spChg>
        <pc:picChg chg="add">
          <ac:chgData name="nihal chaddha" userId="4dc17868757497d4" providerId="Windows Live" clId="Web-{9E71C423-2704-0BF3-F947-4D8B0E1FEFE4}" dt="2026-06-12T06:23:58.847" v="418"/>
          <ac:picMkLst>
            <pc:docMk/>
            <pc:sldMk cId="3586717703" sldId="267"/>
            <ac:picMk id="7" creationId="{CBD9A477-5F24-CCF7-4B27-9769B0B5DF7A}"/>
          </ac:picMkLst>
        </pc:picChg>
      </pc:sldChg>
      <pc:sldChg chg="addSp delSp modSp">
        <pc:chgData name="nihal chaddha" userId="4dc17868757497d4" providerId="Windows Live" clId="Web-{9E71C423-2704-0BF3-F947-4D8B0E1FEFE4}" dt="2026-06-12T06:33:33.463" v="510" actId="1076"/>
        <pc:sldMkLst>
          <pc:docMk/>
          <pc:sldMk cId="1153000870" sldId="268"/>
        </pc:sldMkLst>
        <pc:spChg chg="mod">
          <ac:chgData name="nihal chaddha" userId="4dc17868757497d4" providerId="Windows Live" clId="Web-{9E71C423-2704-0BF3-F947-4D8B0E1FEFE4}" dt="2026-06-12T06:33:33.463" v="510" actId="1076"/>
          <ac:spMkLst>
            <pc:docMk/>
            <pc:sldMk cId="1153000870" sldId="268"/>
            <ac:spMk id="3" creationId="{CB200A55-D78E-0211-D564-0A77C679AA56}"/>
          </ac:spMkLst>
        </pc:spChg>
        <pc:spChg chg="del">
          <ac:chgData name="nihal chaddha" userId="4dc17868757497d4" providerId="Windows Live" clId="Web-{9E71C423-2704-0BF3-F947-4D8B0E1FEFE4}" dt="2026-06-12T06:30:55.144" v="472"/>
          <ac:spMkLst>
            <pc:docMk/>
            <pc:sldMk cId="1153000870" sldId="268"/>
            <ac:spMk id="4" creationId="{ACA7B870-BD37-EFF1-9254-16917E2BB327}"/>
          </ac:spMkLst>
        </pc:spChg>
        <pc:graphicFrameChg chg="add del mod modGraphic">
          <ac:chgData name="nihal chaddha" userId="4dc17868757497d4" providerId="Windows Live" clId="Web-{9E71C423-2704-0BF3-F947-4D8B0E1FEFE4}" dt="2026-06-12T06:33:26.650" v="509" actId="1076"/>
          <ac:graphicFrameMkLst>
            <pc:docMk/>
            <pc:sldMk cId="1153000870" sldId="268"/>
            <ac:graphicFrameMk id="7" creationId="{5E598BCB-F65E-18D7-9E86-90B7BC86CC98}"/>
          </ac:graphicFrameMkLst>
        </pc:graphicFrameChg>
        <pc:picChg chg="add">
          <ac:chgData name="nihal chaddha" userId="4dc17868757497d4" providerId="Windows Live" clId="Web-{9E71C423-2704-0BF3-F947-4D8B0E1FEFE4}" dt="2026-06-12T06:23:40.440" v="411"/>
          <ac:picMkLst>
            <pc:docMk/>
            <pc:sldMk cId="1153000870" sldId="268"/>
            <ac:picMk id="6" creationId="{559B2989-DB24-1450-A402-63675E833AF5}"/>
          </ac:picMkLst>
        </pc:picChg>
      </pc:sldChg>
      <pc:sldChg chg="addSp modSp add replId">
        <pc:chgData name="nihal chaddha" userId="4dc17868757497d4" providerId="Windows Live" clId="Web-{9E71C423-2704-0BF3-F947-4D8B0E1FEFE4}" dt="2026-06-12T06:23:49.769" v="414"/>
        <pc:sldMkLst>
          <pc:docMk/>
          <pc:sldMk cId="1781057316" sldId="269"/>
        </pc:sldMkLst>
        <pc:spChg chg="mod">
          <ac:chgData name="nihal chaddha" userId="4dc17868757497d4" providerId="Windows Live" clId="Web-{9E71C423-2704-0BF3-F947-4D8B0E1FEFE4}" dt="2026-06-12T05:39:44.715" v="123" actId="20577"/>
          <ac:spMkLst>
            <pc:docMk/>
            <pc:sldMk cId="1781057316" sldId="269"/>
            <ac:spMk id="2" creationId="{0E986632-65C6-089A-011D-951577DB39E4}"/>
          </ac:spMkLst>
        </pc:spChg>
        <pc:spChg chg="mod">
          <ac:chgData name="nihal chaddha" userId="4dc17868757497d4" providerId="Windows Live" clId="Web-{9E71C423-2704-0BF3-F947-4D8B0E1FEFE4}" dt="2026-06-12T05:40:41.999" v="152" actId="1076"/>
          <ac:spMkLst>
            <pc:docMk/>
            <pc:sldMk cId="1781057316" sldId="269"/>
            <ac:spMk id="3" creationId="{CCAD9D30-1ACD-D810-428E-5389AE7B1B27}"/>
          </ac:spMkLst>
        </pc:spChg>
        <pc:picChg chg="add">
          <ac:chgData name="nihal chaddha" userId="4dc17868757497d4" providerId="Windows Live" clId="Web-{9E71C423-2704-0BF3-F947-4D8B0E1FEFE4}" dt="2026-06-12T06:23:49.769" v="414"/>
          <ac:picMkLst>
            <pc:docMk/>
            <pc:sldMk cId="1781057316" sldId="269"/>
            <ac:picMk id="5" creationId="{955A5966-F048-AD0B-0F10-BB46785C79BA}"/>
          </ac:picMkLst>
        </pc:picChg>
      </pc:sldChg>
      <pc:sldChg chg="addSp delSp modSp add replId">
        <pc:chgData name="nihal chaddha" userId="4dc17868757497d4" providerId="Windows Live" clId="Web-{9E71C423-2704-0BF3-F947-4D8B0E1FEFE4}" dt="2026-06-12T06:44:01.815" v="586" actId="14100"/>
        <pc:sldMkLst>
          <pc:docMk/>
          <pc:sldMk cId="3044086052" sldId="270"/>
        </pc:sldMkLst>
        <pc:spChg chg="mod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2" creationId="{A7123B47-9198-B0EF-1320-495C15CDD089}"/>
          </ac:spMkLst>
        </pc:spChg>
        <pc:spChg chg="mod ord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11" creationId="{19E5DFFC-FA8F-86DC-0890-5EB6B10D392C}"/>
          </ac:spMkLst>
        </pc:spChg>
        <pc:spChg chg="add del">
          <ac:chgData name="nihal chaddha" userId="4dc17868757497d4" providerId="Windows Live" clId="Web-{9E71C423-2704-0BF3-F947-4D8B0E1FEFE4}" dt="2026-06-12T06:43:05.985" v="582"/>
          <ac:spMkLst>
            <pc:docMk/>
            <pc:sldMk cId="3044086052" sldId="270"/>
            <ac:spMk id="31" creationId="{5188161D-8F18-F827-CC88-8072FA545B02}"/>
          </ac:spMkLst>
        </pc:spChg>
        <pc:spChg chg="add del">
          <ac:chgData name="nihal chaddha" userId="4dc17868757497d4" providerId="Windows Live" clId="Web-{9E71C423-2704-0BF3-F947-4D8B0E1FEFE4}" dt="2026-06-12T06:42:58.625" v="579"/>
          <ac:spMkLst>
            <pc:docMk/>
            <pc:sldMk cId="3044086052" sldId="270"/>
            <ac:spMk id="36" creationId="{13BF3125-F829-42AD-9499-2E1E6857395C}"/>
          </ac:spMkLst>
        </pc:spChg>
        <pc:spChg chg="add del">
          <ac:chgData name="nihal chaddha" userId="4dc17868757497d4" providerId="Windows Live" clId="Web-{9E71C423-2704-0BF3-F947-4D8B0E1FEFE4}" dt="2026-06-12T06:42:58.625" v="579"/>
          <ac:spMkLst>
            <pc:docMk/>
            <pc:sldMk cId="3044086052" sldId="270"/>
            <ac:spMk id="38" creationId="{0755048A-E386-4898-B0AD-98A6A29F6A24}"/>
          </ac:spMkLst>
        </pc:spChg>
        <pc:spChg chg="add del">
          <ac:chgData name="nihal chaddha" userId="4dc17868757497d4" providerId="Windows Live" clId="Web-{9E71C423-2704-0BF3-F947-4D8B0E1FEFE4}" dt="2026-06-12T06:42:58.625" v="579"/>
          <ac:spMkLst>
            <pc:docMk/>
            <pc:sldMk cId="3044086052" sldId="270"/>
            <ac:spMk id="40" creationId="{0A21A1F8-0202-47A2-AA30-21B1B3ED6D76}"/>
          </ac:spMkLst>
        </pc:spChg>
        <pc:spChg chg="add del">
          <ac:chgData name="nihal chaddha" userId="4dc17868757497d4" providerId="Windows Live" clId="Web-{9E71C423-2704-0BF3-F947-4D8B0E1FEFE4}" dt="2026-06-12T06:42:58.625" v="579"/>
          <ac:spMkLst>
            <pc:docMk/>
            <pc:sldMk cId="3044086052" sldId="270"/>
            <ac:spMk id="42" creationId="{58016B9E-A476-43D0-AA13-88A0A84D44A2}"/>
          </ac:spMkLst>
        </pc:spChg>
        <pc:spChg chg="add del">
          <ac:chgData name="nihal chaddha" userId="4dc17868757497d4" providerId="Windows Live" clId="Web-{9E71C423-2704-0BF3-F947-4D8B0E1FEFE4}" dt="2026-06-12T06:43:05.969" v="581"/>
          <ac:spMkLst>
            <pc:docMk/>
            <pc:sldMk cId="3044086052" sldId="270"/>
            <ac:spMk id="44" creationId="{0A7B8BBB-5B34-401F-9483-EB5DC6DFA89C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46" creationId="{13BF3125-F829-42AD-9499-2E1E6857395C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47" creationId="{0755048A-E386-4898-B0AD-98A6A29F6A24}"/>
          </ac:spMkLst>
        </pc:spChg>
        <pc:spChg chg="add">
          <ac:chgData name="nihal chaddha" userId="4dc17868757497d4" providerId="Windows Live" clId="Web-{9E71C423-2704-0BF3-F947-4D8B0E1FEFE4}" dt="2026-06-12T06:43:05.985" v="582"/>
          <ac:spMkLst>
            <pc:docMk/>
            <pc:sldMk cId="3044086052" sldId="270"/>
            <ac:spMk id="48" creationId="{0A21A1F8-0202-47A2-AA30-21B1B3ED6D76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49" creationId="{58016B9E-A476-43D0-AA13-88A0A84D44A2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54" creationId="{19080B67-B754-42DD-A48D-9F9825B8BC74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56" creationId="{3ED1230F-A795-4397-9AB6-7FDC98B726BF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60" creationId="{1678ABD2-2F95-4A50-936B-1A18BD7ED4EF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62" creationId="{9C27EDFD-C02F-4070-BDA1-2A0746244CA9}"/>
          </ac:spMkLst>
        </pc:spChg>
        <pc:spChg chg="add del">
          <ac:chgData name="nihal chaddha" userId="4dc17868757497d4" providerId="Windows Live" clId="Web-{9E71C423-2704-0BF3-F947-4D8B0E1FEFE4}" dt="2026-06-12T06:43:54.362" v="585"/>
          <ac:spMkLst>
            <pc:docMk/>
            <pc:sldMk cId="3044086052" sldId="270"/>
            <ac:spMk id="66" creationId="{DEEF1D81-170C-4CAD-9246-D18D8D4501E0}"/>
          </ac:spMkLst>
        </pc:spChg>
        <pc:picChg chg="add del mod">
          <ac:chgData name="nihal chaddha" userId="4dc17868757497d4" providerId="Windows Live" clId="Web-{9E71C423-2704-0BF3-F947-4D8B0E1FEFE4}" dt="2026-06-12T06:42:16.670" v="561"/>
          <ac:picMkLst>
            <pc:docMk/>
            <pc:sldMk cId="3044086052" sldId="270"/>
            <ac:picMk id="3" creationId="{414AB242-B98A-4FE1-9060-8548213198FE}"/>
          </ac:picMkLst>
        </pc:picChg>
        <pc:picChg chg="add del mod">
          <ac:chgData name="nihal chaddha" userId="4dc17868757497d4" providerId="Windows Live" clId="Web-{9E71C423-2704-0BF3-F947-4D8B0E1FEFE4}" dt="2026-06-12T06:42:14.952" v="560"/>
          <ac:picMkLst>
            <pc:docMk/>
            <pc:sldMk cId="3044086052" sldId="270"/>
            <ac:picMk id="4" creationId="{6CE2F614-FE86-DAB7-108E-C3A6E9C5343B}"/>
          </ac:picMkLst>
        </pc:picChg>
        <pc:picChg chg="add mod ord">
          <ac:chgData name="nihal chaddha" userId="4dc17868757497d4" providerId="Windows Live" clId="Web-{9E71C423-2704-0BF3-F947-4D8B0E1FEFE4}" dt="2026-06-12T06:44:01.815" v="586" actId="14100"/>
          <ac:picMkLst>
            <pc:docMk/>
            <pc:sldMk cId="3044086052" sldId="270"/>
            <ac:picMk id="5" creationId="{CCEAEA3E-4F79-819C-7A9E-7B517901129C}"/>
          </ac:picMkLst>
        </pc:picChg>
        <pc:picChg chg="add del">
          <ac:chgData name="nihal chaddha" userId="4dc17868757497d4" providerId="Windows Live" clId="Web-{9E71C423-2704-0BF3-F947-4D8B0E1FEFE4}" dt="2026-06-12T06:42:26.374" v="572"/>
          <ac:picMkLst>
            <pc:docMk/>
            <pc:sldMk cId="3044086052" sldId="270"/>
            <ac:picMk id="6" creationId="{ED98FE28-2C77-102E-9BC3-0341BC65123D}"/>
          </ac:picMkLst>
        </pc:picChg>
        <pc:picChg chg="add del">
          <ac:chgData name="nihal chaddha" userId="4dc17868757497d4" providerId="Windows Live" clId="Web-{9E71C423-2704-0BF3-F947-4D8B0E1FEFE4}" dt="2026-06-12T06:42:26.608" v="573"/>
          <ac:picMkLst>
            <pc:docMk/>
            <pc:sldMk cId="3044086052" sldId="270"/>
            <ac:picMk id="7" creationId="{BB8FDCFC-C247-94D0-2F30-D825B208BF8D}"/>
          </ac:picMkLst>
        </pc:picChg>
        <pc:picChg chg="add mod">
          <ac:chgData name="nihal chaddha" userId="4dc17868757497d4" providerId="Windows Live" clId="Web-{9E71C423-2704-0BF3-F947-4D8B0E1FEFE4}" dt="2026-06-12T06:43:05.985" v="582"/>
          <ac:picMkLst>
            <pc:docMk/>
            <pc:sldMk cId="3044086052" sldId="270"/>
            <ac:picMk id="8" creationId="{40B60B0E-24B9-78F1-379B-892835943DB3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501968-39BC-4CB0-B099-CECE787EB53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7755688-F962-427C-A442-05347B4B66E4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Fund Master - Contains metadata about mutual fund schemes such as fund house, category, benchmark, and expense ratio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DBF0EF12-C40C-4D6F-8C0D-1C6E1460506B}" type="parTrans" cxnId="{51A6B3EA-AA9C-4E4D-BE57-A673CF90DC2B}">
      <dgm:prSet/>
      <dgm:spPr/>
      <dgm:t>
        <a:bodyPr/>
        <a:lstStyle/>
        <a:p>
          <a:endParaRPr lang="en-US"/>
        </a:p>
      </dgm:t>
    </dgm:pt>
    <dgm:pt modelId="{C4375B30-00FE-4FBF-8678-E672751AA305}" type="sibTrans" cxnId="{51A6B3EA-AA9C-4E4D-BE57-A673CF90DC2B}">
      <dgm:prSet/>
      <dgm:spPr/>
      <dgm:t>
        <a:bodyPr/>
        <a:lstStyle/>
        <a:p>
          <a:endParaRPr lang="en-US"/>
        </a:p>
      </dgm:t>
    </dgm:pt>
    <dgm:pt modelId="{F90A22A4-F725-47CC-9E0A-878B7E91C117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NAV History - Stores historical Net Asset Value (NAV) data used to track fund performance over time.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376DB8B3-D25E-4D0F-940D-B3EC5B6602A2}" type="parTrans" cxnId="{B650D216-B8F6-489C-9C2E-063863AF05C5}">
      <dgm:prSet/>
      <dgm:spPr/>
      <dgm:t>
        <a:bodyPr/>
        <a:lstStyle/>
        <a:p>
          <a:endParaRPr lang="en-US"/>
        </a:p>
      </dgm:t>
    </dgm:pt>
    <dgm:pt modelId="{EB323239-C6D4-4638-B175-A031E907AD30}" type="sibTrans" cxnId="{B650D216-B8F6-489C-9C2E-063863AF05C5}">
      <dgm:prSet/>
      <dgm:spPr/>
      <dgm:t>
        <a:bodyPr/>
        <a:lstStyle/>
        <a:p>
          <a:endParaRPr lang="en-US"/>
        </a:p>
      </dgm:t>
    </dgm:pt>
    <dgm:pt modelId="{50A12553-3D74-4522-B7A4-2F4F240291A6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AUM Data - Contains Assets Under Management (AUM) information for different fund houses.</a:t>
          </a:r>
          <a:endParaRPr lang="en-US" sz="1400">
            <a:latin typeface="Franklin Gothic Book"/>
            <a:ea typeface="+mn-ea"/>
            <a:cs typeface="+mn-cs"/>
          </a:endParaRPr>
        </a:p>
      </dgm:t>
    </dgm:pt>
    <dgm:pt modelId="{A9EDE553-E752-4A43-939F-E8C85B58B398}" type="parTrans" cxnId="{F3262E75-C60B-4DD8-9A72-0C94BEA13280}">
      <dgm:prSet/>
      <dgm:spPr/>
      <dgm:t>
        <a:bodyPr/>
        <a:lstStyle/>
        <a:p>
          <a:endParaRPr lang="en-US"/>
        </a:p>
      </dgm:t>
    </dgm:pt>
    <dgm:pt modelId="{5C2F9D42-E5D0-486B-8D77-95F31D49BAFE}" type="sibTrans" cxnId="{F3262E75-C60B-4DD8-9A72-0C94BEA13280}">
      <dgm:prSet/>
      <dgm:spPr/>
      <dgm:t>
        <a:bodyPr/>
        <a:lstStyle/>
        <a:p>
          <a:endParaRPr lang="en-US"/>
        </a:p>
      </dgm:t>
    </dgm:pt>
    <dgm:pt modelId="{C34F8155-1117-4CF5-BC2B-F8A75C44D2F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SIP Inflows - Tracks monthly Systematic Investment Plan (SIP) investments and investor participation.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43343E2B-0EF2-415F-8191-5E25608E563F}" type="parTrans" cxnId="{8247D222-5E98-428A-BEDE-B17AE2A853DB}">
      <dgm:prSet/>
      <dgm:spPr/>
      <dgm:t>
        <a:bodyPr/>
        <a:lstStyle/>
        <a:p>
          <a:endParaRPr lang="en-US"/>
        </a:p>
      </dgm:t>
    </dgm:pt>
    <dgm:pt modelId="{353CE935-13BC-4AC0-AB27-984A718FDE86}" type="sibTrans" cxnId="{8247D222-5E98-428A-BEDE-B17AE2A853DB}">
      <dgm:prSet/>
      <dgm:spPr/>
      <dgm:t>
        <a:bodyPr/>
        <a:lstStyle/>
        <a:p>
          <a:endParaRPr lang="en-US"/>
        </a:p>
      </dgm:t>
    </dgm:pt>
    <dgm:pt modelId="{04092B20-DF68-41B8-A88D-325E0D4236B7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Category Inflows - Records net investment inflows and outflows across mutual fund categories. 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F56641EB-D6C8-453F-B0B0-C985DB2EF2A7}" type="parTrans" cxnId="{B45A129F-9E7B-4E75-A144-21E46B33EC6F}">
      <dgm:prSet/>
      <dgm:spPr/>
      <dgm:t>
        <a:bodyPr/>
        <a:lstStyle/>
        <a:p>
          <a:endParaRPr lang="en-US"/>
        </a:p>
      </dgm:t>
    </dgm:pt>
    <dgm:pt modelId="{75B2EB21-17F4-46B4-AEC1-98807C61EF46}" type="sibTrans" cxnId="{B45A129F-9E7B-4E75-A144-21E46B33EC6F}">
      <dgm:prSet/>
      <dgm:spPr/>
      <dgm:t>
        <a:bodyPr/>
        <a:lstStyle/>
        <a:p>
          <a:endParaRPr lang="en-US"/>
        </a:p>
      </dgm:t>
    </dgm:pt>
    <dgm:pt modelId="{264ECFAC-8808-4A2A-B5DE-769F8AD318DD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Folio Count - Provides the number of investor folios, indicating growth in investor participation.</a:t>
          </a:r>
          <a:endParaRPr lang="en-US" sz="1400">
            <a:latin typeface="Franklin Gothic Book"/>
            <a:ea typeface="+mn-ea"/>
            <a:cs typeface="+mn-cs"/>
          </a:endParaRPr>
        </a:p>
      </dgm:t>
    </dgm:pt>
    <dgm:pt modelId="{DC4A6605-4268-4C40-961F-758AD641F8A8}" type="parTrans" cxnId="{EDE5A73A-D3B2-4B59-BBBE-3914A36477AD}">
      <dgm:prSet/>
      <dgm:spPr/>
      <dgm:t>
        <a:bodyPr/>
        <a:lstStyle/>
        <a:p>
          <a:endParaRPr lang="en-US"/>
        </a:p>
      </dgm:t>
    </dgm:pt>
    <dgm:pt modelId="{B5146DFC-F65B-4849-8E7E-0D883F05940D}" type="sibTrans" cxnId="{EDE5A73A-D3B2-4B59-BBBE-3914A36477AD}">
      <dgm:prSet/>
      <dgm:spPr/>
      <dgm:t>
        <a:bodyPr/>
        <a:lstStyle/>
        <a:p>
          <a:endParaRPr lang="en-US"/>
        </a:p>
      </dgm:t>
    </dgm:pt>
    <dgm:pt modelId="{888C841B-3193-4595-BA05-87E2F61EDE13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Scheme Performance - Contains return and risk metrics such as Alpha, Beta, Sharpe Ratio, and CAGR.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14BF774F-8A8A-4367-BD92-E88C65956663}" type="parTrans" cxnId="{848D8B17-4431-4500-AD95-33F6445A2878}">
      <dgm:prSet/>
      <dgm:spPr/>
      <dgm:t>
        <a:bodyPr/>
        <a:lstStyle/>
        <a:p>
          <a:endParaRPr lang="en-US"/>
        </a:p>
      </dgm:t>
    </dgm:pt>
    <dgm:pt modelId="{95EBC35D-1706-4D16-999F-C1AE597C676F}" type="sibTrans" cxnId="{848D8B17-4431-4500-AD95-33F6445A2878}">
      <dgm:prSet/>
      <dgm:spPr/>
      <dgm:t>
        <a:bodyPr/>
        <a:lstStyle/>
        <a:p>
          <a:endParaRPr lang="en-US"/>
        </a:p>
      </dgm:t>
    </dgm:pt>
    <dgm:pt modelId="{D01FCCE9-E92B-4854-BC72-79C55F1D548A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Investor Transactions - Stores investor-level transaction details for demographic and </a:t>
          </a:r>
          <a:r>
            <a:rPr lang="en-IN" sz="1400" err="1">
              <a:latin typeface="Franklin Gothic Book" panose="020B0502020104020203"/>
              <a:ea typeface="+mn-ea"/>
              <a:cs typeface="+mn-cs"/>
            </a:rPr>
            <a:t>behavioral</a:t>
          </a:r>
          <a:r>
            <a:rPr lang="en-IN" sz="1400">
              <a:latin typeface="Franklin Gothic Book" panose="020B0502020104020203"/>
              <a:ea typeface="+mn-ea"/>
              <a:cs typeface="+mn-cs"/>
            </a:rPr>
            <a:t> analysis.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0B5012B2-02CF-4E9B-A58B-E5EC679C3356}" type="parTrans" cxnId="{8DF7D210-ECA0-4D59-8318-2F57B60035B2}">
      <dgm:prSet/>
      <dgm:spPr/>
      <dgm:t>
        <a:bodyPr/>
        <a:lstStyle/>
        <a:p>
          <a:endParaRPr lang="en-US"/>
        </a:p>
      </dgm:t>
    </dgm:pt>
    <dgm:pt modelId="{055F9311-77D3-47B3-8F9B-87EF3C477332}" type="sibTrans" cxnId="{8DF7D210-ECA0-4D59-8318-2F57B60035B2}">
      <dgm:prSet/>
      <dgm:spPr/>
      <dgm:t>
        <a:bodyPr/>
        <a:lstStyle/>
        <a:p>
          <a:endParaRPr lang="en-US"/>
        </a:p>
      </dgm:t>
    </dgm:pt>
    <dgm:pt modelId="{43C05967-4382-4257-8DE1-AC074FF6E716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Portfolio Holdings  - Contains stock holdings and sector allocations of mutual fund portfolios.</a:t>
          </a:r>
          <a:endParaRPr lang="en-US" sz="1400">
            <a:latin typeface="Franklin Gothic Book"/>
            <a:ea typeface="+mn-ea"/>
            <a:cs typeface="+mn-cs"/>
          </a:endParaRPr>
        </a:p>
      </dgm:t>
    </dgm:pt>
    <dgm:pt modelId="{CEF5E055-F618-478F-BDD6-707A63285EAE}" type="parTrans" cxnId="{CAE9D7BA-B502-491A-9879-29CFF84B7923}">
      <dgm:prSet/>
      <dgm:spPr/>
      <dgm:t>
        <a:bodyPr/>
        <a:lstStyle/>
        <a:p>
          <a:endParaRPr lang="en-US"/>
        </a:p>
      </dgm:t>
    </dgm:pt>
    <dgm:pt modelId="{E6E45BB5-8320-42A2-9EDE-BE1E0477AA1A}" type="sibTrans" cxnId="{CAE9D7BA-B502-491A-9879-29CFF84B7923}">
      <dgm:prSet/>
      <dgm:spPr/>
      <dgm:t>
        <a:bodyPr/>
        <a:lstStyle/>
        <a:p>
          <a:endParaRPr lang="en-US"/>
        </a:p>
      </dgm:t>
    </dgm:pt>
    <dgm:pt modelId="{EDC9D1B9-00A2-48BC-AFAB-9AFF77191381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IN" sz="1400">
              <a:latin typeface="Franklin Gothic Book" panose="020B0502020104020203"/>
              <a:ea typeface="+mn-ea"/>
              <a:cs typeface="+mn-cs"/>
            </a:rPr>
            <a:t>Benchmark Indices - Provides market index data used for fund performance comparison and risk analysis.</a:t>
          </a:r>
          <a:endParaRPr lang="en-US" sz="1400">
            <a:latin typeface="Franklin Gothic Book" panose="020B0502020104020203"/>
            <a:ea typeface="+mn-ea"/>
            <a:cs typeface="+mn-cs"/>
          </a:endParaRPr>
        </a:p>
      </dgm:t>
    </dgm:pt>
    <dgm:pt modelId="{C7022123-2635-4B36-9D0F-43C14F745AD5}" type="parTrans" cxnId="{37569F65-16BF-47BF-8A31-62483060C9E2}">
      <dgm:prSet/>
      <dgm:spPr/>
      <dgm:t>
        <a:bodyPr/>
        <a:lstStyle/>
        <a:p>
          <a:endParaRPr lang="en-US"/>
        </a:p>
      </dgm:t>
    </dgm:pt>
    <dgm:pt modelId="{FFC7DF1E-56D4-4F54-B225-EE6E7AFD5F54}" type="sibTrans" cxnId="{37569F65-16BF-47BF-8A31-62483060C9E2}">
      <dgm:prSet/>
      <dgm:spPr/>
      <dgm:t>
        <a:bodyPr/>
        <a:lstStyle/>
        <a:p>
          <a:endParaRPr lang="en-US"/>
        </a:p>
      </dgm:t>
    </dgm:pt>
    <dgm:pt modelId="{53F5492E-DF77-4B71-8A26-838D6C284912}" type="pres">
      <dgm:prSet presAssocID="{99501968-39BC-4CB0-B099-CECE787EB53D}" presName="linear" presStyleCnt="0">
        <dgm:presLayoutVars>
          <dgm:animLvl val="lvl"/>
          <dgm:resizeHandles val="exact"/>
        </dgm:presLayoutVars>
      </dgm:prSet>
      <dgm:spPr/>
    </dgm:pt>
    <dgm:pt modelId="{8EAD12C2-7C0D-41AC-9AB4-23DE4144E80B}" type="pres">
      <dgm:prSet presAssocID="{77755688-F962-427C-A442-05347B4B66E4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F1577C6E-21A4-452F-93E2-1D5407809352}" type="pres">
      <dgm:prSet presAssocID="{C4375B30-00FE-4FBF-8678-E672751AA305}" presName="spacer" presStyleCnt="0"/>
      <dgm:spPr/>
    </dgm:pt>
    <dgm:pt modelId="{B9E137EE-AFD6-4F55-9FA4-3EE0B69E01B2}" type="pres">
      <dgm:prSet presAssocID="{F90A22A4-F725-47CC-9E0A-878B7E91C117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BB1E096D-1C59-4E4C-B4E8-8D05B6062D7E}" type="pres">
      <dgm:prSet presAssocID="{EB323239-C6D4-4638-B175-A031E907AD30}" presName="spacer" presStyleCnt="0"/>
      <dgm:spPr/>
    </dgm:pt>
    <dgm:pt modelId="{E230021C-859A-4F37-80DF-5473ECC0E4EE}" type="pres">
      <dgm:prSet presAssocID="{50A12553-3D74-4522-B7A4-2F4F240291A6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6DA55A23-0F76-430B-B0C7-21B8830B7733}" type="pres">
      <dgm:prSet presAssocID="{5C2F9D42-E5D0-486B-8D77-95F31D49BAFE}" presName="spacer" presStyleCnt="0"/>
      <dgm:spPr/>
    </dgm:pt>
    <dgm:pt modelId="{721ED290-123C-44FB-A0D9-AE7011246A7A}" type="pres">
      <dgm:prSet presAssocID="{C34F8155-1117-4CF5-BC2B-F8A75C44D2FE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A9016C2D-FA9F-4465-A89C-AFB56873A7EE}" type="pres">
      <dgm:prSet presAssocID="{353CE935-13BC-4AC0-AB27-984A718FDE86}" presName="spacer" presStyleCnt="0"/>
      <dgm:spPr/>
    </dgm:pt>
    <dgm:pt modelId="{2D643A3B-5955-437E-8527-269F70872DF2}" type="pres">
      <dgm:prSet presAssocID="{04092B20-DF68-41B8-A88D-325E0D4236B7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5C0D4509-20B5-4BE6-947F-95011109D9E9}" type="pres">
      <dgm:prSet presAssocID="{75B2EB21-17F4-46B4-AEC1-98807C61EF46}" presName="spacer" presStyleCnt="0"/>
      <dgm:spPr/>
    </dgm:pt>
    <dgm:pt modelId="{3F84AB40-E88B-402E-BB14-ED457405B266}" type="pres">
      <dgm:prSet presAssocID="{264ECFAC-8808-4A2A-B5DE-769F8AD318DD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4F9D2BA3-B96E-4F8A-BAD9-CFDA4EDD9D0C}" type="pres">
      <dgm:prSet presAssocID="{B5146DFC-F65B-4849-8E7E-0D883F05940D}" presName="spacer" presStyleCnt="0"/>
      <dgm:spPr/>
    </dgm:pt>
    <dgm:pt modelId="{B307B862-9BDA-4129-8D82-7B97400897D9}" type="pres">
      <dgm:prSet presAssocID="{888C841B-3193-4595-BA05-87E2F61EDE13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F576D583-A19A-4573-94B7-9DA3B70241A2}" type="pres">
      <dgm:prSet presAssocID="{95EBC35D-1706-4D16-999F-C1AE597C676F}" presName="spacer" presStyleCnt="0"/>
      <dgm:spPr/>
    </dgm:pt>
    <dgm:pt modelId="{19FCD6C4-D7BF-43F7-A760-E3E8C81B15C5}" type="pres">
      <dgm:prSet presAssocID="{D01FCCE9-E92B-4854-BC72-79C55F1D548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468684DC-663D-4096-A47C-D96B8CB6FADC}" type="pres">
      <dgm:prSet presAssocID="{055F9311-77D3-47B3-8F9B-87EF3C477332}" presName="spacer" presStyleCnt="0"/>
      <dgm:spPr/>
    </dgm:pt>
    <dgm:pt modelId="{1392C95B-03DF-4700-96C9-833C51664E5D}" type="pres">
      <dgm:prSet presAssocID="{43C05967-4382-4257-8DE1-AC074FF6E716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50EAAEF0-5D96-4D1F-8A6F-99347C7F21B1}" type="pres">
      <dgm:prSet presAssocID="{E6E45BB5-8320-42A2-9EDE-BE1E0477AA1A}" presName="spacer" presStyleCnt="0"/>
      <dgm:spPr/>
    </dgm:pt>
    <dgm:pt modelId="{9D9E2AC3-1A00-4F7A-BE82-9202B5749DA5}" type="pres">
      <dgm:prSet presAssocID="{EDC9D1B9-00A2-48BC-AFAB-9AFF77191381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31347C03-1221-4EF2-84D1-841EA9FB9EBA}" type="presOf" srcId="{264ECFAC-8808-4A2A-B5DE-769F8AD318DD}" destId="{3F84AB40-E88B-402E-BB14-ED457405B266}" srcOrd="0" destOrd="0" presId="urn:microsoft.com/office/officeart/2005/8/layout/vList2"/>
    <dgm:cxn modelId="{820C9508-B8E2-4470-8007-42D2F77E3262}" type="presOf" srcId="{F90A22A4-F725-47CC-9E0A-878B7E91C117}" destId="{B9E137EE-AFD6-4F55-9FA4-3EE0B69E01B2}" srcOrd="0" destOrd="0" presId="urn:microsoft.com/office/officeart/2005/8/layout/vList2"/>
    <dgm:cxn modelId="{80C3C10B-FA18-4ED8-84BD-0CE8E5907642}" type="presOf" srcId="{04092B20-DF68-41B8-A88D-325E0D4236B7}" destId="{2D643A3B-5955-437E-8527-269F70872DF2}" srcOrd="0" destOrd="0" presId="urn:microsoft.com/office/officeart/2005/8/layout/vList2"/>
    <dgm:cxn modelId="{8DF7D210-ECA0-4D59-8318-2F57B60035B2}" srcId="{99501968-39BC-4CB0-B099-CECE787EB53D}" destId="{D01FCCE9-E92B-4854-BC72-79C55F1D548A}" srcOrd="7" destOrd="0" parTransId="{0B5012B2-02CF-4E9B-A58B-E5EC679C3356}" sibTransId="{055F9311-77D3-47B3-8F9B-87EF3C477332}"/>
    <dgm:cxn modelId="{F6E74A16-EBAA-4448-96D6-09ED851D1716}" type="presOf" srcId="{EDC9D1B9-00A2-48BC-AFAB-9AFF77191381}" destId="{9D9E2AC3-1A00-4F7A-BE82-9202B5749DA5}" srcOrd="0" destOrd="0" presId="urn:microsoft.com/office/officeart/2005/8/layout/vList2"/>
    <dgm:cxn modelId="{B650D216-B8F6-489C-9C2E-063863AF05C5}" srcId="{99501968-39BC-4CB0-B099-CECE787EB53D}" destId="{F90A22A4-F725-47CC-9E0A-878B7E91C117}" srcOrd="1" destOrd="0" parTransId="{376DB8B3-D25E-4D0F-940D-B3EC5B6602A2}" sibTransId="{EB323239-C6D4-4638-B175-A031E907AD30}"/>
    <dgm:cxn modelId="{848D8B17-4431-4500-AD95-33F6445A2878}" srcId="{99501968-39BC-4CB0-B099-CECE787EB53D}" destId="{888C841B-3193-4595-BA05-87E2F61EDE13}" srcOrd="6" destOrd="0" parTransId="{14BF774F-8A8A-4367-BD92-E88C65956663}" sibTransId="{95EBC35D-1706-4D16-999F-C1AE597C676F}"/>
    <dgm:cxn modelId="{8247D222-5E98-428A-BEDE-B17AE2A853DB}" srcId="{99501968-39BC-4CB0-B099-CECE787EB53D}" destId="{C34F8155-1117-4CF5-BC2B-F8A75C44D2FE}" srcOrd="3" destOrd="0" parTransId="{43343E2B-0EF2-415F-8191-5E25608E563F}" sibTransId="{353CE935-13BC-4AC0-AB27-984A718FDE86}"/>
    <dgm:cxn modelId="{EDE5A73A-D3B2-4B59-BBBE-3914A36477AD}" srcId="{99501968-39BC-4CB0-B099-CECE787EB53D}" destId="{264ECFAC-8808-4A2A-B5DE-769F8AD318DD}" srcOrd="5" destOrd="0" parTransId="{DC4A6605-4268-4C40-961F-758AD641F8A8}" sibTransId="{B5146DFC-F65B-4849-8E7E-0D883F05940D}"/>
    <dgm:cxn modelId="{37569F65-16BF-47BF-8A31-62483060C9E2}" srcId="{99501968-39BC-4CB0-B099-CECE787EB53D}" destId="{EDC9D1B9-00A2-48BC-AFAB-9AFF77191381}" srcOrd="9" destOrd="0" parTransId="{C7022123-2635-4B36-9D0F-43C14F745AD5}" sibTransId="{FFC7DF1E-56D4-4F54-B225-EE6E7AFD5F54}"/>
    <dgm:cxn modelId="{2D52B565-AF06-4A35-B6AA-30AA66211569}" type="presOf" srcId="{99501968-39BC-4CB0-B099-CECE787EB53D}" destId="{53F5492E-DF77-4B71-8A26-838D6C284912}" srcOrd="0" destOrd="0" presId="urn:microsoft.com/office/officeart/2005/8/layout/vList2"/>
    <dgm:cxn modelId="{F3262E75-C60B-4DD8-9A72-0C94BEA13280}" srcId="{99501968-39BC-4CB0-B099-CECE787EB53D}" destId="{50A12553-3D74-4522-B7A4-2F4F240291A6}" srcOrd="2" destOrd="0" parTransId="{A9EDE553-E752-4A43-939F-E8C85B58B398}" sibTransId="{5C2F9D42-E5D0-486B-8D77-95F31D49BAFE}"/>
    <dgm:cxn modelId="{8343D259-1DDB-4A74-820F-6F67601917B6}" type="presOf" srcId="{888C841B-3193-4595-BA05-87E2F61EDE13}" destId="{B307B862-9BDA-4129-8D82-7B97400897D9}" srcOrd="0" destOrd="0" presId="urn:microsoft.com/office/officeart/2005/8/layout/vList2"/>
    <dgm:cxn modelId="{4BA4E77B-193E-4A87-BB07-C9D79CC11F97}" type="presOf" srcId="{43C05967-4382-4257-8DE1-AC074FF6E716}" destId="{1392C95B-03DF-4700-96C9-833C51664E5D}" srcOrd="0" destOrd="0" presId="urn:microsoft.com/office/officeart/2005/8/layout/vList2"/>
    <dgm:cxn modelId="{3DF68493-E3A0-4B40-A850-A7B646C26EB3}" type="presOf" srcId="{D01FCCE9-E92B-4854-BC72-79C55F1D548A}" destId="{19FCD6C4-D7BF-43F7-A760-E3E8C81B15C5}" srcOrd="0" destOrd="0" presId="urn:microsoft.com/office/officeart/2005/8/layout/vList2"/>
    <dgm:cxn modelId="{41AD1198-EE7F-45D5-8855-2CE50D7B04EF}" type="presOf" srcId="{77755688-F962-427C-A442-05347B4B66E4}" destId="{8EAD12C2-7C0D-41AC-9AB4-23DE4144E80B}" srcOrd="0" destOrd="0" presId="urn:microsoft.com/office/officeart/2005/8/layout/vList2"/>
    <dgm:cxn modelId="{B45A129F-9E7B-4E75-A144-21E46B33EC6F}" srcId="{99501968-39BC-4CB0-B099-CECE787EB53D}" destId="{04092B20-DF68-41B8-A88D-325E0D4236B7}" srcOrd="4" destOrd="0" parTransId="{F56641EB-D6C8-453F-B0B0-C985DB2EF2A7}" sibTransId="{75B2EB21-17F4-46B4-AEC1-98807C61EF46}"/>
    <dgm:cxn modelId="{CAE9D7BA-B502-491A-9879-29CFF84B7923}" srcId="{99501968-39BC-4CB0-B099-CECE787EB53D}" destId="{43C05967-4382-4257-8DE1-AC074FF6E716}" srcOrd="8" destOrd="0" parTransId="{CEF5E055-F618-478F-BDD6-707A63285EAE}" sibTransId="{E6E45BB5-8320-42A2-9EDE-BE1E0477AA1A}"/>
    <dgm:cxn modelId="{B457D5DA-8741-4C2C-8C82-34F26A70A057}" type="presOf" srcId="{C34F8155-1117-4CF5-BC2B-F8A75C44D2FE}" destId="{721ED290-123C-44FB-A0D9-AE7011246A7A}" srcOrd="0" destOrd="0" presId="urn:microsoft.com/office/officeart/2005/8/layout/vList2"/>
    <dgm:cxn modelId="{51A6B3EA-AA9C-4E4D-BE57-A673CF90DC2B}" srcId="{99501968-39BC-4CB0-B099-CECE787EB53D}" destId="{77755688-F962-427C-A442-05347B4B66E4}" srcOrd="0" destOrd="0" parTransId="{DBF0EF12-C40C-4D6F-8C0D-1C6E1460506B}" sibTransId="{C4375B30-00FE-4FBF-8678-E672751AA305}"/>
    <dgm:cxn modelId="{24704AF9-0CBB-43F6-98C1-9C7EF2A16648}" type="presOf" srcId="{50A12553-3D74-4522-B7A4-2F4F240291A6}" destId="{E230021C-859A-4F37-80DF-5473ECC0E4EE}" srcOrd="0" destOrd="0" presId="urn:microsoft.com/office/officeart/2005/8/layout/vList2"/>
    <dgm:cxn modelId="{36120434-0794-47A3-86C2-8997383E14D9}" type="presParOf" srcId="{53F5492E-DF77-4B71-8A26-838D6C284912}" destId="{8EAD12C2-7C0D-41AC-9AB4-23DE4144E80B}" srcOrd="0" destOrd="0" presId="urn:microsoft.com/office/officeart/2005/8/layout/vList2"/>
    <dgm:cxn modelId="{C8D14259-CC93-4AE2-828B-C317F7BABFB2}" type="presParOf" srcId="{53F5492E-DF77-4B71-8A26-838D6C284912}" destId="{F1577C6E-21A4-452F-93E2-1D5407809352}" srcOrd="1" destOrd="0" presId="urn:microsoft.com/office/officeart/2005/8/layout/vList2"/>
    <dgm:cxn modelId="{9B8F1547-D7DE-4A7B-B684-A374C863844F}" type="presParOf" srcId="{53F5492E-DF77-4B71-8A26-838D6C284912}" destId="{B9E137EE-AFD6-4F55-9FA4-3EE0B69E01B2}" srcOrd="2" destOrd="0" presId="urn:microsoft.com/office/officeart/2005/8/layout/vList2"/>
    <dgm:cxn modelId="{304293CD-52A9-4E9B-8F22-9CF8911E5854}" type="presParOf" srcId="{53F5492E-DF77-4B71-8A26-838D6C284912}" destId="{BB1E096D-1C59-4E4C-B4E8-8D05B6062D7E}" srcOrd="3" destOrd="0" presId="urn:microsoft.com/office/officeart/2005/8/layout/vList2"/>
    <dgm:cxn modelId="{FE7D9850-0D37-403A-BFE7-F1CF10784B27}" type="presParOf" srcId="{53F5492E-DF77-4B71-8A26-838D6C284912}" destId="{E230021C-859A-4F37-80DF-5473ECC0E4EE}" srcOrd="4" destOrd="0" presId="urn:microsoft.com/office/officeart/2005/8/layout/vList2"/>
    <dgm:cxn modelId="{5FECA01D-34DD-4F4E-BD94-5AC596FB7199}" type="presParOf" srcId="{53F5492E-DF77-4B71-8A26-838D6C284912}" destId="{6DA55A23-0F76-430B-B0C7-21B8830B7733}" srcOrd="5" destOrd="0" presId="urn:microsoft.com/office/officeart/2005/8/layout/vList2"/>
    <dgm:cxn modelId="{83563B44-79B8-41DF-BEA5-E7704B8A2A69}" type="presParOf" srcId="{53F5492E-DF77-4B71-8A26-838D6C284912}" destId="{721ED290-123C-44FB-A0D9-AE7011246A7A}" srcOrd="6" destOrd="0" presId="urn:microsoft.com/office/officeart/2005/8/layout/vList2"/>
    <dgm:cxn modelId="{8DD4D1B2-9F4F-4638-A6D0-0529A05A9356}" type="presParOf" srcId="{53F5492E-DF77-4B71-8A26-838D6C284912}" destId="{A9016C2D-FA9F-4465-A89C-AFB56873A7EE}" srcOrd="7" destOrd="0" presId="urn:microsoft.com/office/officeart/2005/8/layout/vList2"/>
    <dgm:cxn modelId="{3E7E845E-B47E-4740-8DBE-18246B2940B4}" type="presParOf" srcId="{53F5492E-DF77-4B71-8A26-838D6C284912}" destId="{2D643A3B-5955-437E-8527-269F70872DF2}" srcOrd="8" destOrd="0" presId="urn:microsoft.com/office/officeart/2005/8/layout/vList2"/>
    <dgm:cxn modelId="{8A9D9AD6-252B-4D06-8508-A7A98DFD2027}" type="presParOf" srcId="{53F5492E-DF77-4B71-8A26-838D6C284912}" destId="{5C0D4509-20B5-4BE6-947F-95011109D9E9}" srcOrd="9" destOrd="0" presId="urn:microsoft.com/office/officeart/2005/8/layout/vList2"/>
    <dgm:cxn modelId="{7CD09EE2-09A7-435E-ACC1-A6337F06D9E2}" type="presParOf" srcId="{53F5492E-DF77-4B71-8A26-838D6C284912}" destId="{3F84AB40-E88B-402E-BB14-ED457405B266}" srcOrd="10" destOrd="0" presId="urn:microsoft.com/office/officeart/2005/8/layout/vList2"/>
    <dgm:cxn modelId="{4B6234FD-170F-4ED3-BB2F-8913548E3F47}" type="presParOf" srcId="{53F5492E-DF77-4B71-8A26-838D6C284912}" destId="{4F9D2BA3-B96E-4F8A-BAD9-CFDA4EDD9D0C}" srcOrd="11" destOrd="0" presId="urn:microsoft.com/office/officeart/2005/8/layout/vList2"/>
    <dgm:cxn modelId="{6DE3ED20-5822-43AE-8160-E0A8712BC06C}" type="presParOf" srcId="{53F5492E-DF77-4B71-8A26-838D6C284912}" destId="{B307B862-9BDA-4129-8D82-7B97400897D9}" srcOrd="12" destOrd="0" presId="urn:microsoft.com/office/officeart/2005/8/layout/vList2"/>
    <dgm:cxn modelId="{1619399D-B322-4312-BBAE-2430A13F1FBB}" type="presParOf" srcId="{53F5492E-DF77-4B71-8A26-838D6C284912}" destId="{F576D583-A19A-4573-94B7-9DA3B70241A2}" srcOrd="13" destOrd="0" presId="urn:microsoft.com/office/officeart/2005/8/layout/vList2"/>
    <dgm:cxn modelId="{576F1FB1-0627-4173-868F-E11642C9E4CC}" type="presParOf" srcId="{53F5492E-DF77-4B71-8A26-838D6C284912}" destId="{19FCD6C4-D7BF-43F7-A760-E3E8C81B15C5}" srcOrd="14" destOrd="0" presId="urn:microsoft.com/office/officeart/2005/8/layout/vList2"/>
    <dgm:cxn modelId="{32A114D1-E599-42CD-B255-7111B26FEDCC}" type="presParOf" srcId="{53F5492E-DF77-4B71-8A26-838D6C284912}" destId="{468684DC-663D-4096-A47C-D96B8CB6FADC}" srcOrd="15" destOrd="0" presId="urn:microsoft.com/office/officeart/2005/8/layout/vList2"/>
    <dgm:cxn modelId="{CA09BFE8-037D-41CF-A231-A104477FB98B}" type="presParOf" srcId="{53F5492E-DF77-4B71-8A26-838D6C284912}" destId="{1392C95B-03DF-4700-96C9-833C51664E5D}" srcOrd="16" destOrd="0" presId="urn:microsoft.com/office/officeart/2005/8/layout/vList2"/>
    <dgm:cxn modelId="{D9BA149E-DD85-46CD-A093-F146C7E5AAE8}" type="presParOf" srcId="{53F5492E-DF77-4B71-8A26-838D6C284912}" destId="{50EAAEF0-5D96-4D1F-8A6F-99347C7F21B1}" srcOrd="17" destOrd="0" presId="urn:microsoft.com/office/officeart/2005/8/layout/vList2"/>
    <dgm:cxn modelId="{3963A938-B84E-4FF4-A1B4-5FA633A5BEE1}" type="presParOf" srcId="{53F5492E-DF77-4B71-8A26-838D6C284912}" destId="{9D9E2AC3-1A00-4F7A-BE82-9202B5749DA5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5EEFEC-E70F-4A39-93A2-F593F1C6196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</dgm:pt>
    <dgm:pt modelId="{F1C5516A-5B66-4D3B-83A9-0A850D6ADE8A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IN" sz="1700">
              <a:solidFill>
                <a:srgbClr val="404040"/>
              </a:solidFill>
              <a:latin typeface="Franklin Gothic Book"/>
            </a:rPr>
            <a:t>Data Sources</a:t>
          </a:r>
          <a:endParaRPr lang="en-US" sz="1800">
            <a:solidFill>
              <a:srgbClr val="000000"/>
            </a:solidFill>
            <a:latin typeface="Franklin Gothic Demi" panose="020B0502020104020203"/>
          </a:endParaRPr>
        </a:p>
      </dgm:t>
    </dgm:pt>
    <dgm:pt modelId="{C295E57F-C0FF-41EB-8952-8E65FC0B06A8}" type="parTrans" cxnId="{1C9E519A-ADCB-434C-B5D1-9AEE98A47C40}">
      <dgm:prSet/>
      <dgm:spPr/>
    </dgm:pt>
    <dgm:pt modelId="{0D9D1170-01E5-4AB3-8504-37A795FC2FF4}" type="sibTrans" cxnId="{1C9E519A-ADCB-434C-B5D1-9AEE98A47C40}">
      <dgm:prSet/>
      <dgm:spPr/>
    </dgm:pt>
    <dgm:pt modelId="{F2ED834A-CD6B-4E1C-BA30-8F5B0B4058F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IN" sz="1700">
              <a:solidFill>
                <a:srgbClr val="404040"/>
              </a:solidFill>
              <a:latin typeface="Franklin Gothic Book"/>
            </a:rPr>
            <a:t>Transform</a:t>
          </a:r>
          <a:endParaRPr lang="en-US" sz="1800">
            <a:solidFill>
              <a:srgbClr val="000000"/>
            </a:solidFill>
            <a:latin typeface="Franklin Gothic Demi" panose="020B0502020104020203"/>
          </a:endParaRPr>
        </a:p>
      </dgm:t>
    </dgm:pt>
    <dgm:pt modelId="{EF5E9DF4-6CAC-4F16-8266-E4EB803427D1}" type="parTrans" cxnId="{A51CDA21-C14F-4691-80B9-1E004A0179B5}">
      <dgm:prSet/>
      <dgm:spPr/>
    </dgm:pt>
    <dgm:pt modelId="{38F52C07-8CDF-4F26-914A-8D9EFE1A60DC}" type="sibTrans" cxnId="{A51CDA21-C14F-4691-80B9-1E004A0179B5}">
      <dgm:prSet/>
      <dgm:spPr/>
    </dgm:pt>
    <dgm:pt modelId="{7A8DECBA-57EB-4C66-B6DE-08C6F6802802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IN" sz="1700">
              <a:latin typeface="Franklin Gothic Book"/>
            </a:rPr>
            <a:t>Extract</a:t>
          </a:r>
          <a:endParaRPr lang="en-US" sz="1800">
            <a:solidFill>
              <a:srgbClr val="000000"/>
            </a:solidFill>
            <a:latin typeface="Franklin Gothic Demi" panose="020B0502020104020203"/>
          </a:endParaRPr>
        </a:p>
      </dgm:t>
    </dgm:pt>
    <dgm:pt modelId="{A2166A61-7E64-42CB-AA20-1463531F1A19}" type="parTrans" cxnId="{B673851D-CE1E-4A8F-A028-80324D1CD0D6}">
      <dgm:prSet/>
      <dgm:spPr/>
    </dgm:pt>
    <dgm:pt modelId="{A54EE5D2-1C9F-4FF2-B991-3815D68CE509}" type="sibTrans" cxnId="{B673851D-CE1E-4A8F-A028-80324D1CD0D6}">
      <dgm:prSet/>
      <dgm:spPr/>
    </dgm:pt>
    <dgm:pt modelId="{FE69D292-F700-4E5F-9BA4-89337FE36715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IN" sz="1700">
              <a:solidFill>
                <a:srgbClr val="404040"/>
              </a:solidFill>
              <a:latin typeface="Franklin Gothic Book"/>
            </a:rPr>
            <a:t>Analytics</a:t>
          </a:r>
          <a:endParaRPr lang="en-US" sz="1800">
            <a:solidFill>
              <a:srgbClr val="000000"/>
            </a:solidFill>
            <a:latin typeface="Franklin Gothic Demi" panose="020B0502020104020203"/>
          </a:endParaRPr>
        </a:p>
      </dgm:t>
    </dgm:pt>
    <dgm:pt modelId="{9D982CCB-AB2B-41A7-AB34-A015D8C610E8}" type="parTrans" cxnId="{A9849479-F863-48A4-AAD9-D5CB0295FD6D}">
      <dgm:prSet/>
      <dgm:spPr/>
    </dgm:pt>
    <dgm:pt modelId="{6DCF3D8F-468A-4F8E-BEE8-27C310451D5B}" type="sibTrans" cxnId="{A9849479-F863-48A4-AAD9-D5CB0295FD6D}">
      <dgm:prSet/>
      <dgm:spPr/>
    </dgm:pt>
    <dgm:pt modelId="{35BB9A85-6C1F-4E0A-9D4E-7816AFD2BD7E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IN" sz="1700">
              <a:latin typeface="Franklin Gothic Book"/>
            </a:rPr>
            <a:t>Load</a:t>
          </a:r>
          <a:endParaRPr lang="en-US" sz="1800">
            <a:solidFill>
              <a:srgbClr val="000000"/>
            </a:solidFill>
            <a:latin typeface="Franklin Gothic Demi" panose="020B0502020104020203"/>
          </a:endParaRPr>
        </a:p>
      </dgm:t>
    </dgm:pt>
    <dgm:pt modelId="{09F3EC88-9C08-4C83-A0BC-33C09ADB5D9B}" type="parTrans" cxnId="{A883EB26-BF5E-4F10-B843-390C51FBE7D5}">
      <dgm:prSet/>
      <dgm:spPr/>
    </dgm:pt>
    <dgm:pt modelId="{43D6C331-FE9A-4435-9CD9-7AE704F12841}" type="sibTrans" cxnId="{A883EB26-BF5E-4F10-B843-390C51FBE7D5}">
      <dgm:prSet/>
      <dgm:spPr/>
    </dgm:pt>
    <dgm:pt modelId="{9D599E00-A2CE-48AB-A8AC-5A3BBBA1CA40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IN" sz="1700">
              <a:solidFill>
                <a:srgbClr val="404040"/>
              </a:solidFill>
              <a:latin typeface="Franklin Gothic Book"/>
            </a:rPr>
            <a:t>Dashboard</a:t>
          </a:r>
          <a:endParaRPr lang="en-US"/>
        </a:p>
      </dgm:t>
    </dgm:pt>
    <dgm:pt modelId="{88A06725-7F3F-4782-8148-2FE6A5642CEC}" type="parTrans" cxnId="{CEA973CA-59C3-459B-B500-BF2FE640981E}">
      <dgm:prSet/>
      <dgm:spPr/>
    </dgm:pt>
    <dgm:pt modelId="{EF82FF42-4CDA-44F3-9A81-4833E233D538}" type="sibTrans" cxnId="{CEA973CA-59C3-459B-B500-BF2FE640981E}">
      <dgm:prSet/>
      <dgm:spPr/>
    </dgm:pt>
    <dgm:pt modelId="{1E04DBA7-AB4C-4445-8A55-98B65CA5B410}" type="pres">
      <dgm:prSet presAssocID="{1B5EEFEC-E70F-4A39-93A2-F593F1C6196C}" presName="root" presStyleCnt="0">
        <dgm:presLayoutVars>
          <dgm:dir/>
          <dgm:resizeHandles val="exact"/>
        </dgm:presLayoutVars>
      </dgm:prSet>
      <dgm:spPr/>
    </dgm:pt>
    <dgm:pt modelId="{8665301E-8A88-49C8-A1E5-8E52238FE3F0}" type="pres">
      <dgm:prSet presAssocID="{F1C5516A-5B66-4D3B-83A9-0A850D6ADE8A}" presName="compNode" presStyleCnt="0"/>
      <dgm:spPr/>
    </dgm:pt>
    <dgm:pt modelId="{C13A0443-7C1D-4CBE-B420-9E5D973B3EC0}" type="pres">
      <dgm:prSet presAssocID="{F1C5516A-5B66-4D3B-83A9-0A850D6ADE8A}" presName="bgRect" presStyleLbl="bgShp" presStyleIdx="0" presStyleCnt="6"/>
      <dgm:spPr/>
    </dgm:pt>
    <dgm:pt modelId="{C5C306AC-AC91-4E72-B695-B6A8967A3182}" type="pres">
      <dgm:prSet presAssocID="{F1C5516A-5B66-4D3B-83A9-0A850D6ADE8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EB76865-E5B7-4D30-A3E8-EF012ED241CD}" type="pres">
      <dgm:prSet presAssocID="{F1C5516A-5B66-4D3B-83A9-0A850D6ADE8A}" presName="spaceRect" presStyleCnt="0"/>
      <dgm:spPr/>
    </dgm:pt>
    <dgm:pt modelId="{5DC80376-D029-4B16-8D4E-924C5CBE6486}" type="pres">
      <dgm:prSet presAssocID="{F1C5516A-5B66-4D3B-83A9-0A850D6ADE8A}" presName="parTx" presStyleLbl="revTx" presStyleIdx="0" presStyleCnt="6">
        <dgm:presLayoutVars>
          <dgm:chMax val="0"/>
          <dgm:chPref val="0"/>
        </dgm:presLayoutVars>
      </dgm:prSet>
      <dgm:spPr/>
    </dgm:pt>
    <dgm:pt modelId="{6B538AD6-4CE3-431E-8A3C-03521766CB6A}" type="pres">
      <dgm:prSet presAssocID="{0D9D1170-01E5-4AB3-8504-37A795FC2FF4}" presName="sibTrans" presStyleCnt="0"/>
      <dgm:spPr/>
    </dgm:pt>
    <dgm:pt modelId="{C756BE02-627C-4A01-8803-6B2AF9280EC4}" type="pres">
      <dgm:prSet presAssocID="{7A8DECBA-57EB-4C66-B6DE-08C6F6802802}" presName="compNode" presStyleCnt="0"/>
      <dgm:spPr/>
    </dgm:pt>
    <dgm:pt modelId="{40129333-4332-49E9-95AE-B859921591D0}" type="pres">
      <dgm:prSet presAssocID="{7A8DECBA-57EB-4C66-B6DE-08C6F6802802}" presName="bgRect" presStyleLbl="bgShp" presStyleIdx="1" presStyleCnt="6"/>
      <dgm:spPr/>
    </dgm:pt>
    <dgm:pt modelId="{60FCFA8E-79FE-4635-A4B0-6A7A132FFA3F}" type="pres">
      <dgm:prSet presAssocID="{7A8DECBA-57EB-4C66-B6DE-08C6F680280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7FA626B-93CB-4C56-9E8B-F531C8D3AA34}" type="pres">
      <dgm:prSet presAssocID="{7A8DECBA-57EB-4C66-B6DE-08C6F6802802}" presName="spaceRect" presStyleCnt="0"/>
      <dgm:spPr/>
    </dgm:pt>
    <dgm:pt modelId="{82B52745-8997-48E4-ABF8-047C507112BA}" type="pres">
      <dgm:prSet presAssocID="{7A8DECBA-57EB-4C66-B6DE-08C6F6802802}" presName="parTx" presStyleLbl="revTx" presStyleIdx="1" presStyleCnt="6">
        <dgm:presLayoutVars>
          <dgm:chMax val="0"/>
          <dgm:chPref val="0"/>
        </dgm:presLayoutVars>
      </dgm:prSet>
      <dgm:spPr/>
    </dgm:pt>
    <dgm:pt modelId="{8E8B712C-C22A-4EAD-9D91-45FB74F3A222}" type="pres">
      <dgm:prSet presAssocID="{A54EE5D2-1C9F-4FF2-B991-3815D68CE509}" presName="sibTrans" presStyleCnt="0"/>
      <dgm:spPr/>
    </dgm:pt>
    <dgm:pt modelId="{9A3F1681-2DE2-4F7E-AC28-B3DD34A56D91}" type="pres">
      <dgm:prSet presAssocID="{F2ED834A-CD6B-4E1C-BA30-8F5B0B4058F5}" presName="compNode" presStyleCnt="0"/>
      <dgm:spPr/>
    </dgm:pt>
    <dgm:pt modelId="{7B15E036-634F-47D1-BC08-1C82A850BAFC}" type="pres">
      <dgm:prSet presAssocID="{F2ED834A-CD6B-4E1C-BA30-8F5B0B4058F5}" presName="bgRect" presStyleLbl="bgShp" presStyleIdx="2" presStyleCnt="6"/>
      <dgm:spPr/>
    </dgm:pt>
    <dgm:pt modelId="{437EDA19-3B6D-417A-A442-3394044AA844}" type="pres">
      <dgm:prSet presAssocID="{F2ED834A-CD6B-4E1C-BA30-8F5B0B4058F5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0636587F-1D4C-4AAE-9A4F-DF21BC54A563}" type="pres">
      <dgm:prSet presAssocID="{F2ED834A-CD6B-4E1C-BA30-8F5B0B4058F5}" presName="spaceRect" presStyleCnt="0"/>
      <dgm:spPr/>
    </dgm:pt>
    <dgm:pt modelId="{CA171065-42EA-4411-B375-7E511D414C0C}" type="pres">
      <dgm:prSet presAssocID="{F2ED834A-CD6B-4E1C-BA30-8F5B0B4058F5}" presName="parTx" presStyleLbl="revTx" presStyleIdx="2" presStyleCnt="6">
        <dgm:presLayoutVars>
          <dgm:chMax val="0"/>
          <dgm:chPref val="0"/>
        </dgm:presLayoutVars>
      </dgm:prSet>
      <dgm:spPr/>
    </dgm:pt>
    <dgm:pt modelId="{9C085712-6152-492C-9A71-4D813EAE529E}" type="pres">
      <dgm:prSet presAssocID="{38F52C07-8CDF-4F26-914A-8D9EFE1A60DC}" presName="sibTrans" presStyleCnt="0"/>
      <dgm:spPr/>
    </dgm:pt>
    <dgm:pt modelId="{7A961DD8-D1B2-421C-8273-DB4864E2F8FD}" type="pres">
      <dgm:prSet presAssocID="{35BB9A85-6C1F-4E0A-9D4E-7816AFD2BD7E}" presName="compNode" presStyleCnt="0"/>
      <dgm:spPr/>
    </dgm:pt>
    <dgm:pt modelId="{701C8CD3-E89F-4881-B0EC-8A62C8B8A15F}" type="pres">
      <dgm:prSet presAssocID="{35BB9A85-6C1F-4E0A-9D4E-7816AFD2BD7E}" presName="bgRect" presStyleLbl="bgShp" presStyleIdx="3" presStyleCnt="6"/>
      <dgm:spPr/>
    </dgm:pt>
    <dgm:pt modelId="{0FD4D08E-DE5A-4B44-9A09-C6CDFAD6B7AB}" type="pres">
      <dgm:prSet presAssocID="{35BB9A85-6C1F-4E0A-9D4E-7816AFD2BD7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BD893D7-F677-4456-8836-8D05BA310253}" type="pres">
      <dgm:prSet presAssocID="{35BB9A85-6C1F-4E0A-9D4E-7816AFD2BD7E}" presName="spaceRect" presStyleCnt="0"/>
      <dgm:spPr/>
    </dgm:pt>
    <dgm:pt modelId="{B561DE8D-0710-4804-99B4-7BEF512A55AA}" type="pres">
      <dgm:prSet presAssocID="{35BB9A85-6C1F-4E0A-9D4E-7816AFD2BD7E}" presName="parTx" presStyleLbl="revTx" presStyleIdx="3" presStyleCnt="6">
        <dgm:presLayoutVars>
          <dgm:chMax val="0"/>
          <dgm:chPref val="0"/>
        </dgm:presLayoutVars>
      </dgm:prSet>
      <dgm:spPr/>
    </dgm:pt>
    <dgm:pt modelId="{3AD114FA-88C2-42D7-AB95-0CC745F5D28D}" type="pres">
      <dgm:prSet presAssocID="{43D6C331-FE9A-4435-9CD9-7AE704F12841}" presName="sibTrans" presStyleCnt="0"/>
      <dgm:spPr/>
    </dgm:pt>
    <dgm:pt modelId="{AC8AEB10-093A-4B9D-89B9-016029BA6593}" type="pres">
      <dgm:prSet presAssocID="{FE69D292-F700-4E5F-9BA4-89337FE36715}" presName="compNode" presStyleCnt="0"/>
      <dgm:spPr/>
    </dgm:pt>
    <dgm:pt modelId="{1D5FC2C6-5248-42CA-9476-D8F675AD1838}" type="pres">
      <dgm:prSet presAssocID="{FE69D292-F700-4E5F-9BA4-89337FE36715}" presName="bgRect" presStyleLbl="bgShp" presStyleIdx="4" presStyleCnt="6"/>
      <dgm:spPr/>
    </dgm:pt>
    <dgm:pt modelId="{85728197-499C-4F68-832E-C64F65E5C57A}" type="pres">
      <dgm:prSet presAssocID="{FE69D292-F700-4E5F-9BA4-89337FE36715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BA00C367-B019-4902-B1EE-6E51A11CA017}" type="pres">
      <dgm:prSet presAssocID="{FE69D292-F700-4E5F-9BA4-89337FE36715}" presName="spaceRect" presStyleCnt="0"/>
      <dgm:spPr/>
    </dgm:pt>
    <dgm:pt modelId="{79D054A8-88E2-4D9B-B1BB-264380F6A4DB}" type="pres">
      <dgm:prSet presAssocID="{FE69D292-F700-4E5F-9BA4-89337FE36715}" presName="parTx" presStyleLbl="revTx" presStyleIdx="4" presStyleCnt="6">
        <dgm:presLayoutVars>
          <dgm:chMax val="0"/>
          <dgm:chPref val="0"/>
        </dgm:presLayoutVars>
      </dgm:prSet>
      <dgm:spPr/>
    </dgm:pt>
    <dgm:pt modelId="{8F98DD62-537C-4FBD-978C-57F587C9389E}" type="pres">
      <dgm:prSet presAssocID="{6DCF3D8F-468A-4F8E-BEE8-27C310451D5B}" presName="sibTrans" presStyleCnt="0"/>
      <dgm:spPr/>
    </dgm:pt>
    <dgm:pt modelId="{190A2961-FE0F-423D-89AE-7E3F6C2801A4}" type="pres">
      <dgm:prSet presAssocID="{9D599E00-A2CE-48AB-A8AC-5A3BBBA1CA40}" presName="compNode" presStyleCnt="0"/>
      <dgm:spPr/>
    </dgm:pt>
    <dgm:pt modelId="{4B694918-B743-40F3-B7E8-75DB69637CD8}" type="pres">
      <dgm:prSet presAssocID="{9D599E00-A2CE-48AB-A8AC-5A3BBBA1CA40}" presName="bgRect" presStyleLbl="bgShp" presStyleIdx="5" presStyleCnt="6"/>
      <dgm:spPr/>
    </dgm:pt>
    <dgm:pt modelId="{9E75D5A4-0FD1-44FB-B2A5-F7D1513138C5}" type="pres">
      <dgm:prSet presAssocID="{9D599E00-A2CE-48AB-A8AC-5A3BBBA1CA40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BD4E4D4-15CA-45A8-8591-9818496D2247}" type="pres">
      <dgm:prSet presAssocID="{9D599E00-A2CE-48AB-A8AC-5A3BBBA1CA40}" presName="spaceRect" presStyleCnt="0"/>
      <dgm:spPr/>
    </dgm:pt>
    <dgm:pt modelId="{144D3E38-5233-49C3-9393-5468C8233A7F}" type="pres">
      <dgm:prSet presAssocID="{9D599E00-A2CE-48AB-A8AC-5A3BBBA1CA4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C1DBC01-FBF7-46AD-A054-E723A96B446E}" type="presOf" srcId="{1B5EEFEC-E70F-4A39-93A2-F593F1C6196C}" destId="{1E04DBA7-AB4C-4445-8A55-98B65CA5B410}" srcOrd="0" destOrd="0" presId="urn:microsoft.com/office/officeart/2018/2/layout/IconVerticalSolidList"/>
    <dgm:cxn modelId="{B673851D-CE1E-4A8F-A028-80324D1CD0D6}" srcId="{1B5EEFEC-E70F-4A39-93A2-F593F1C6196C}" destId="{7A8DECBA-57EB-4C66-B6DE-08C6F6802802}" srcOrd="1" destOrd="0" parTransId="{A2166A61-7E64-42CB-AA20-1463531F1A19}" sibTransId="{A54EE5D2-1C9F-4FF2-B991-3815D68CE509}"/>
    <dgm:cxn modelId="{A51CDA21-C14F-4691-80B9-1E004A0179B5}" srcId="{1B5EEFEC-E70F-4A39-93A2-F593F1C6196C}" destId="{F2ED834A-CD6B-4E1C-BA30-8F5B0B4058F5}" srcOrd="2" destOrd="0" parTransId="{EF5E9DF4-6CAC-4F16-8266-E4EB803427D1}" sibTransId="{38F52C07-8CDF-4F26-914A-8D9EFE1A60DC}"/>
    <dgm:cxn modelId="{A883EB26-BF5E-4F10-B843-390C51FBE7D5}" srcId="{1B5EEFEC-E70F-4A39-93A2-F593F1C6196C}" destId="{35BB9A85-6C1F-4E0A-9D4E-7816AFD2BD7E}" srcOrd="3" destOrd="0" parTransId="{09F3EC88-9C08-4C83-A0BC-33C09ADB5D9B}" sibTransId="{43D6C331-FE9A-4435-9CD9-7AE704F12841}"/>
    <dgm:cxn modelId="{8B3F283E-D47A-4243-8FAD-B015F990642A}" type="presOf" srcId="{F1C5516A-5B66-4D3B-83A9-0A850D6ADE8A}" destId="{5DC80376-D029-4B16-8D4E-924C5CBE6486}" srcOrd="0" destOrd="0" presId="urn:microsoft.com/office/officeart/2018/2/layout/IconVerticalSolidList"/>
    <dgm:cxn modelId="{0AFD3A5B-2364-4C3E-8A07-E90AD56F7707}" type="presOf" srcId="{7A8DECBA-57EB-4C66-B6DE-08C6F6802802}" destId="{82B52745-8997-48E4-ABF8-047C507112BA}" srcOrd="0" destOrd="0" presId="urn:microsoft.com/office/officeart/2018/2/layout/IconVerticalSolidList"/>
    <dgm:cxn modelId="{F4C49C4F-17F7-475D-BB50-0216CAC48CBF}" type="presOf" srcId="{FE69D292-F700-4E5F-9BA4-89337FE36715}" destId="{79D054A8-88E2-4D9B-B1BB-264380F6A4DB}" srcOrd="0" destOrd="0" presId="urn:microsoft.com/office/officeart/2018/2/layout/IconVerticalSolidList"/>
    <dgm:cxn modelId="{A9849479-F863-48A4-AAD9-D5CB0295FD6D}" srcId="{1B5EEFEC-E70F-4A39-93A2-F593F1C6196C}" destId="{FE69D292-F700-4E5F-9BA4-89337FE36715}" srcOrd="4" destOrd="0" parTransId="{9D982CCB-AB2B-41A7-AB34-A015D8C610E8}" sibTransId="{6DCF3D8F-468A-4F8E-BEE8-27C310451D5B}"/>
    <dgm:cxn modelId="{6E4E7998-A3C7-4BE6-821F-D9860E05291A}" type="presOf" srcId="{35BB9A85-6C1F-4E0A-9D4E-7816AFD2BD7E}" destId="{B561DE8D-0710-4804-99B4-7BEF512A55AA}" srcOrd="0" destOrd="0" presId="urn:microsoft.com/office/officeart/2018/2/layout/IconVerticalSolidList"/>
    <dgm:cxn modelId="{1C9E519A-ADCB-434C-B5D1-9AEE98A47C40}" srcId="{1B5EEFEC-E70F-4A39-93A2-F593F1C6196C}" destId="{F1C5516A-5B66-4D3B-83A9-0A850D6ADE8A}" srcOrd="0" destOrd="0" parTransId="{C295E57F-C0FF-41EB-8952-8E65FC0B06A8}" sibTransId="{0D9D1170-01E5-4AB3-8504-37A795FC2FF4}"/>
    <dgm:cxn modelId="{F820D7B6-8F8A-4E29-AC8F-3F639416EF46}" type="presOf" srcId="{9D599E00-A2CE-48AB-A8AC-5A3BBBA1CA40}" destId="{144D3E38-5233-49C3-9393-5468C8233A7F}" srcOrd="0" destOrd="0" presId="urn:microsoft.com/office/officeart/2018/2/layout/IconVerticalSolidList"/>
    <dgm:cxn modelId="{CEA973CA-59C3-459B-B500-BF2FE640981E}" srcId="{1B5EEFEC-E70F-4A39-93A2-F593F1C6196C}" destId="{9D599E00-A2CE-48AB-A8AC-5A3BBBA1CA40}" srcOrd="5" destOrd="0" parTransId="{88A06725-7F3F-4782-8148-2FE6A5642CEC}" sibTransId="{EF82FF42-4CDA-44F3-9A81-4833E233D538}"/>
    <dgm:cxn modelId="{4DEFB4F7-8F81-4425-A194-0F2145C8D2B0}" type="presOf" srcId="{F2ED834A-CD6B-4E1C-BA30-8F5B0B4058F5}" destId="{CA171065-42EA-4411-B375-7E511D414C0C}" srcOrd="0" destOrd="0" presId="urn:microsoft.com/office/officeart/2018/2/layout/IconVerticalSolidList"/>
    <dgm:cxn modelId="{B43E9CA8-CE8E-46E8-BD78-A9BF627709E8}" type="presParOf" srcId="{1E04DBA7-AB4C-4445-8A55-98B65CA5B410}" destId="{8665301E-8A88-49C8-A1E5-8E52238FE3F0}" srcOrd="0" destOrd="0" presId="urn:microsoft.com/office/officeart/2018/2/layout/IconVerticalSolidList"/>
    <dgm:cxn modelId="{A4297BE5-8E73-458B-8BEF-B4F3EE4BF635}" type="presParOf" srcId="{8665301E-8A88-49C8-A1E5-8E52238FE3F0}" destId="{C13A0443-7C1D-4CBE-B420-9E5D973B3EC0}" srcOrd="0" destOrd="0" presId="urn:microsoft.com/office/officeart/2018/2/layout/IconVerticalSolidList"/>
    <dgm:cxn modelId="{1C7DE834-E8D2-479F-A760-3BEF28695672}" type="presParOf" srcId="{8665301E-8A88-49C8-A1E5-8E52238FE3F0}" destId="{C5C306AC-AC91-4E72-B695-B6A8967A3182}" srcOrd="1" destOrd="0" presId="urn:microsoft.com/office/officeart/2018/2/layout/IconVerticalSolidList"/>
    <dgm:cxn modelId="{F697E40B-64BB-4856-9B26-D1CFD3BA6400}" type="presParOf" srcId="{8665301E-8A88-49C8-A1E5-8E52238FE3F0}" destId="{FEB76865-E5B7-4D30-A3E8-EF012ED241CD}" srcOrd="2" destOrd="0" presId="urn:microsoft.com/office/officeart/2018/2/layout/IconVerticalSolidList"/>
    <dgm:cxn modelId="{3381D7FE-E160-46F1-8F22-31C448D6882B}" type="presParOf" srcId="{8665301E-8A88-49C8-A1E5-8E52238FE3F0}" destId="{5DC80376-D029-4B16-8D4E-924C5CBE6486}" srcOrd="3" destOrd="0" presId="urn:microsoft.com/office/officeart/2018/2/layout/IconVerticalSolidList"/>
    <dgm:cxn modelId="{6B40C93A-EFD4-444E-A309-049D34C5341A}" type="presParOf" srcId="{1E04DBA7-AB4C-4445-8A55-98B65CA5B410}" destId="{6B538AD6-4CE3-431E-8A3C-03521766CB6A}" srcOrd="1" destOrd="0" presId="urn:microsoft.com/office/officeart/2018/2/layout/IconVerticalSolidList"/>
    <dgm:cxn modelId="{2802F8E2-2743-4A76-BA5A-A6F14E948019}" type="presParOf" srcId="{1E04DBA7-AB4C-4445-8A55-98B65CA5B410}" destId="{C756BE02-627C-4A01-8803-6B2AF9280EC4}" srcOrd="2" destOrd="0" presId="urn:microsoft.com/office/officeart/2018/2/layout/IconVerticalSolidList"/>
    <dgm:cxn modelId="{89FB3338-9FB3-4BA4-9930-F7FCBCF0BC20}" type="presParOf" srcId="{C756BE02-627C-4A01-8803-6B2AF9280EC4}" destId="{40129333-4332-49E9-95AE-B859921591D0}" srcOrd="0" destOrd="0" presId="urn:microsoft.com/office/officeart/2018/2/layout/IconVerticalSolidList"/>
    <dgm:cxn modelId="{E60A0E92-A11F-4D1A-A524-454BAD2F1DA0}" type="presParOf" srcId="{C756BE02-627C-4A01-8803-6B2AF9280EC4}" destId="{60FCFA8E-79FE-4635-A4B0-6A7A132FFA3F}" srcOrd="1" destOrd="0" presId="urn:microsoft.com/office/officeart/2018/2/layout/IconVerticalSolidList"/>
    <dgm:cxn modelId="{6BF0C779-98DA-42CF-8F77-1CC07CB668AE}" type="presParOf" srcId="{C756BE02-627C-4A01-8803-6B2AF9280EC4}" destId="{37FA626B-93CB-4C56-9E8B-F531C8D3AA34}" srcOrd="2" destOrd="0" presId="urn:microsoft.com/office/officeart/2018/2/layout/IconVerticalSolidList"/>
    <dgm:cxn modelId="{16D74465-AFB9-459F-8C7F-0F3FD8B15083}" type="presParOf" srcId="{C756BE02-627C-4A01-8803-6B2AF9280EC4}" destId="{82B52745-8997-48E4-ABF8-047C507112BA}" srcOrd="3" destOrd="0" presId="urn:microsoft.com/office/officeart/2018/2/layout/IconVerticalSolidList"/>
    <dgm:cxn modelId="{D50D0F7E-5C84-46BD-82B0-ADB75AE9C273}" type="presParOf" srcId="{1E04DBA7-AB4C-4445-8A55-98B65CA5B410}" destId="{8E8B712C-C22A-4EAD-9D91-45FB74F3A222}" srcOrd="3" destOrd="0" presId="urn:microsoft.com/office/officeart/2018/2/layout/IconVerticalSolidList"/>
    <dgm:cxn modelId="{036A0039-6B01-4771-97C9-5FC5DA27D7D7}" type="presParOf" srcId="{1E04DBA7-AB4C-4445-8A55-98B65CA5B410}" destId="{9A3F1681-2DE2-4F7E-AC28-B3DD34A56D91}" srcOrd="4" destOrd="0" presId="urn:microsoft.com/office/officeart/2018/2/layout/IconVerticalSolidList"/>
    <dgm:cxn modelId="{5D3A38FC-8B90-4FB4-ADDD-228F43FF9E59}" type="presParOf" srcId="{9A3F1681-2DE2-4F7E-AC28-B3DD34A56D91}" destId="{7B15E036-634F-47D1-BC08-1C82A850BAFC}" srcOrd="0" destOrd="0" presId="urn:microsoft.com/office/officeart/2018/2/layout/IconVerticalSolidList"/>
    <dgm:cxn modelId="{C5E490CB-D43F-4829-AF6A-87DEE0C9E3F6}" type="presParOf" srcId="{9A3F1681-2DE2-4F7E-AC28-B3DD34A56D91}" destId="{437EDA19-3B6D-417A-A442-3394044AA844}" srcOrd="1" destOrd="0" presId="urn:microsoft.com/office/officeart/2018/2/layout/IconVerticalSolidList"/>
    <dgm:cxn modelId="{1A7F2006-7DD4-4842-8E70-EB658E6256D5}" type="presParOf" srcId="{9A3F1681-2DE2-4F7E-AC28-B3DD34A56D91}" destId="{0636587F-1D4C-4AAE-9A4F-DF21BC54A563}" srcOrd="2" destOrd="0" presId="urn:microsoft.com/office/officeart/2018/2/layout/IconVerticalSolidList"/>
    <dgm:cxn modelId="{B9B7E32F-883F-46D4-9AEE-C01E84486A35}" type="presParOf" srcId="{9A3F1681-2DE2-4F7E-AC28-B3DD34A56D91}" destId="{CA171065-42EA-4411-B375-7E511D414C0C}" srcOrd="3" destOrd="0" presId="urn:microsoft.com/office/officeart/2018/2/layout/IconVerticalSolidList"/>
    <dgm:cxn modelId="{54AA5E60-1A31-4C4F-9842-96032C2FAEB0}" type="presParOf" srcId="{1E04DBA7-AB4C-4445-8A55-98B65CA5B410}" destId="{9C085712-6152-492C-9A71-4D813EAE529E}" srcOrd="5" destOrd="0" presId="urn:microsoft.com/office/officeart/2018/2/layout/IconVerticalSolidList"/>
    <dgm:cxn modelId="{9BF02F92-057C-4564-AD56-F0070E69FB8C}" type="presParOf" srcId="{1E04DBA7-AB4C-4445-8A55-98B65CA5B410}" destId="{7A961DD8-D1B2-421C-8273-DB4864E2F8FD}" srcOrd="6" destOrd="0" presId="urn:microsoft.com/office/officeart/2018/2/layout/IconVerticalSolidList"/>
    <dgm:cxn modelId="{F4A0856C-A82F-45C0-B442-A6CF39CA7873}" type="presParOf" srcId="{7A961DD8-D1B2-421C-8273-DB4864E2F8FD}" destId="{701C8CD3-E89F-4881-B0EC-8A62C8B8A15F}" srcOrd="0" destOrd="0" presId="urn:microsoft.com/office/officeart/2018/2/layout/IconVerticalSolidList"/>
    <dgm:cxn modelId="{0498CF08-EF93-4BFF-95FA-08D12B18E553}" type="presParOf" srcId="{7A961DD8-D1B2-421C-8273-DB4864E2F8FD}" destId="{0FD4D08E-DE5A-4B44-9A09-C6CDFAD6B7AB}" srcOrd="1" destOrd="0" presId="urn:microsoft.com/office/officeart/2018/2/layout/IconVerticalSolidList"/>
    <dgm:cxn modelId="{B3653A5A-C774-459B-A177-BC6A88E3A623}" type="presParOf" srcId="{7A961DD8-D1B2-421C-8273-DB4864E2F8FD}" destId="{9BD893D7-F677-4456-8836-8D05BA310253}" srcOrd="2" destOrd="0" presId="urn:microsoft.com/office/officeart/2018/2/layout/IconVerticalSolidList"/>
    <dgm:cxn modelId="{DA9FD1D3-FF8A-40FD-A11A-DFEC2526A41D}" type="presParOf" srcId="{7A961DD8-D1B2-421C-8273-DB4864E2F8FD}" destId="{B561DE8D-0710-4804-99B4-7BEF512A55AA}" srcOrd="3" destOrd="0" presId="urn:microsoft.com/office/officeart/2018/2/layout/IconVerticalSolidList"/>
    <dgm:cxn modelId="{CBDCA320-5672-4121-AB08-4E7A6D50EA19}" type="presParOf" srcId="{1E04DBA7-AB4C-4445-8A55-98B65CA5B410}" destId="{3AD114FA-88C2-42D7-AB95-0CC745F5D28D}" srcOrd="7" destOrd="0" presId="urn:microsoft.com/office/officeart/2018/2/layout/IconVerticalSolidList"/>
    <dgm:cxn modelId="{51E35CFE-A68B-4444-841F-49C178046B00}" type="presParOf" srcId="{1E04DBA7-AB4C-4445-8A55-98B65CA5B410}" destId="{AC8AEB10-093A-4B9D-89B9-016029BA6593}" srcOrd="8" destOrd="0" presId="urn:microsoft.com/office/officeart/2018/2/layout/IconVerticalSolidList"/>
    <dgm:cxn modelId="{35E4C3E8-0AA1-435E-A39E-FC4CE4322C2C}" type="presParOf" srcId="{AC8AEB10-093A-4B9D-89B9-016029BA6593}" destId="{1D5FC2C6-5248-42CA-9476-D8F675AD1838}" srcOrd="0" destOrd="0" presId="urn:microsoft.com/office/officeart/2018/2/layout/IconVerticalSolidList"/>
    <dgm:cxn modelId="{F83B44D7-8C20-4908-B86E-5A16B39C2606}" type="presParOf" srcId="{AC8AEB10-093A-4B9D-89B9-016029BA6593}" destId="{85728197-499C-4F68-832E-C64F65E5C57A}" srcOrd="1" destOrd="0" presId="urn:microsoft.com/office/officeart/2018/2/layout/IconVerticalSolidList"/>
    <dgm:cxn modelId="{5A5A5DAA-C7FE-4880-BF90-0C2603555147}" type="presParOf" srcId="{AC8AEB10-093A-4B9D-89B9-016029BA6593}" destId="{BA00C367-B019-4902-B1EE-6E51A11CA017}" srcOrd="2" destOrd="0" presId="urn:microsoft.com/office/officeart/2018/2/layout/IconVerticalSolidList"/>
    <dgm:cxn modelId="{E0412745-9CB3-46F9-A304-A5A9D89A2E7C}" type="presParOf" srcId="{AC8AEB10-093A-4B9D-89B9-016029BA6593}" destId="{79D054A8-88E2-4D9B-B1BB-264380F6A4DB}" srcOrd="3" destOrd="0" presId="urn:microsoft.com/office/officeart/2018/2/layout/IconVerticalSolidList"/>
    <dgm:cxn modelId="{1AA65A83-1893-4E59-B819-7E73F4180461}" type="presParOf" srcId="{1E04DBA7-AB4C-4445-8A55-98B65CA5B410}" destId="{8F98DD62-537C-4FBD-978C-57F587C9389E}" srcOrd="9" destOrd="0" presId="urn:microsoft.com/office/officeart/2018/2/layout/IconVerticalSolidList"/>
    <dgm:cxn modelId="{703F2609-C579-4A10-A6BC-0EC4AA5CEF82}" type="presParOf" srcId="{1E04DBA7-AB4C-4445-8A55-98B65CA5B410}" destId="{190A2961-FE0F-423D-89AE-7E3F6C2801A4}" srcOrd="10" destOrd="0" presId="urn:microsoft.com/office/officeart/2018/2/layout/IconVerticalSolidList"/>
    <dgm:cxn modelId="{07596856-286D-4A25-AB2A-BEC735C014BC}" type="presParOf" srcId="{190A2961-FE0F-423D-89AE-7E3F6C2801A4}" destId="{4B694918-B743-40F3-B7E8-75DB69637CD8}" srcOrd="0" destOrd="0" presId="urn:microsoft.com/office/officeart/2018/2/layout/IconVerticalSolidList"/>
    <dgm:cxn modelId="{FFEC05EE-6796-4BA6-9F07-C7C39A9A932D}" type="presParOf" srcId="{190A2961-FE0F-423D-89AE-7E3F6C2801A4}" destId="{9E75D5A4-0FD1-44FB-B2A5-F7D1513138C5}" srcOrd="1" destOrd="0" presId="urn:microsoft.com/office/officeart/2018/2/layout/IconVerticalSolidList"/>
    <dgm:cxn modelId="{E4DA69CE-CC37-4EEB-BB39-6715BDA0C6AB}" type="presParOf" srcId="{190A2961-FE0F-423D-89AE-7E3F6C2801A4}" destId="{ABD4E4D4-15CA-45A8-8591-9818496D2247}" srcOrd="2" destOrd="0" presId="urn:microsoft.com/office/officeart/2018/2/layout/IconVerticalSolidList"/>
    <dgm:cxn modelId="{E4A8848B-C893-42D9-85C9-20945A324E19}" type="presParOf" srcId="{190A2961-FE0F-423D-89AE-7E3F6C2801A4}" destId="{144D3E38-5233-49C3-9393-5468C8233A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AD12C2-7C0D-41AC-9AB4-23DE4144E80B}">
      <dsp:nvSpPr>
        <dsp:cNvPr id="0" name=""/>
        <dsp:cNvSpPr/>
      </dsp:nvSpPr>
      <dsp:spPr>
        <a:xfrm>
          <a:off x="0" y="38753"/>
          <a:ext cx="9477738" cy="3194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Fund Master - Contains metadata about mutual fund schemes such as fund house, category, benchmark, and expense ratio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54345"/>
        <a:ext cx="9446554" cy="288225"/>
      </dsp:txXfrm>
    </dsp:sp>
    <dsp:sp modelId="{B9E137EE-AFD6-4F55-9FA4-3EE0B69E01B2}">
      <dsp:nvSpPr>
        <dsp:cNvPr id="0" name=""/>
        <dsp:cNvSpPr/>
      </dsp:nvSpPr>
      <dsp:spPr>
        <a:xfrm>
          <a:off x="0" y="398483"/>
          <a:ext cx="9477738" cy="31940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NAV History - Stores historical Net Asset Value (NAV) data used to track fund performance over time.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414075"/>
        <a:ext cx="9446554" cy="288225"/>
      </dsp:txXfrm>
    </dsp:sp>
    <dsp:sp modelId="{E230021C-859A-4F37-80DF-5473ECC0E4EE}">
      <dsp:nvSpPr>
        <dsp:cNvPr id="0" name=""/>
        <dsp:cNvSpPr/>
      </dsp:nvSpPr>
      <dsp:spPr>
        <a:xfrm>
          <a:off x="0" y="758213"/>
          <a:ext cx="9477738" cy="31940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AUM Data - Contains Assets Under Management (AUM) information for different fund houses.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773805"/>
        <a:ext cx="9446554" cy="288225"/>
      </dsp:txXfrm>
    </dsp:sp>
    <dsp:sp modelId="{721ED290-123C-44FB-A0D9-AE7011246A7A}">
      <dsp:nvSpPr>
        <dsp:cNvPr id="0" name=""/>
        <dsp:cNvSpPr/>
      </dsp:nvSpPr>
      <dsp:spPr>
        <a:xfrm>
          <a:off x="0" y="1117943"/>
          <a:ext cx="9477738" cy="3194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SIP Inflows - Tracks monthly Systematic Investment Plan (SIP) investments and investor participation.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1133535"/>
        <a:ext cx="9446554" cy="288225"/>
      </dsp:txXfrm>
    </dsp:sp>
    <dsp:sp modelId="{2D643A3B-5955-437E-8527-269F70872DF2}">
      <dsp:nvSpPr>
        <dsp:cNvPr id="0" name=""/>
        <dsp:cNvSpPr/>
      </dsp:nvSpPr>
      <dsp:spPr>
        <a:xfrm>
          <a:off x="0" y="1477673"/>
          <a:ext cx="9477738" cy="31940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Category Inflows - Records net investment inflows and outflows across mutual fund categories. 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1493265"/>
        <a:ext cx="9446554" cy="288225"/>
      </dsp:txXfrm>
    </dsp:sp>
    <dsp:sp modelId="{3F84AB40-E88B-402E-BB14-ED457405B266}">
      <dsp:nvSpPr>
        <dsp:cNvPr id="0" name=""/>
        <dsp:cNvSpPr/>
      </dsp:nvSpPr>
      <dsp:spPr>
        <a:xfrm>
          <a:off x="0" y="1837402"/>
          <a:ext cx="9477738" cy="31940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Folio Count - Provides the number of investor folios, indicating growth in investor participation.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1852994"/>
        <a:ext cx="9446554" cy="288225"/>
      </dsp:txXfrm>
    </dsp:sp>
    <dsp:sp modelId="{B307B862-9BDA-4129-8D82-7B97400897D9}">
      <dsp:nvSpPr>
        <dsp:cNvPr id="0" name=""/>
        <dsp:cNvSpPr/>
      </dsp:nvSpPr>
      <dsp:spPr>
        <a:xfrm>
          <a:off x="0" y="2197132"/>
          <a:ext cx="9477738" cy="31940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Scheme Performance - Contains return and risk metrics such as Alpha, Beta, Sharpe Ratio, and CAGR.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2212724"/>
        <a:ext cx="9446554" cy="288225"/>
      </dsp:txXfrm>
    </dsp:sp>
    <dsp:sp modelId="{19FCD6C4-D7BF-43F7-A760-E3E8C81B15C5}">
      <dsp:nvSpPr>
        <dsp:cNvPr id="0" name=""/>
        <dsp:cNvSpPr/>
      </dsp:nvSpPr>
      <dsp:spPr>
        <a:xfrm>
          <a:off x="0" y="2556862"/>
          <a:ext cx="9477738" cy="31940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Investor Transactions - Stores investor-level transaction details for demographic and </a:t>
          </a:r>
          <a:r>
            <a:rPr lang="en-IN" sz="1400" kern="1200" err="1">
              <a:latin typeface="Franklin Gothic Book" panose="020B0502020104020203"/>
              <a:ea typeface="+mn-ea"/>
              <a:cs typeface="+mn-cs"/>
            </a:rPr>
            <a:t>behavioral</a:t>
          </a:r>
          <a:r>
            <a:rPr lang="en-IN" sz="1400" kern="1200">
              <a:latin typeface="Franklin Gothic Book" panose="020B0502020104020203"/>
              <a:ea typeface="+mn-ea"/>
              <a:cs typeface="+mn-cs"/>
            </a:rPr>
            <a:t> analysis.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2572454"/>
        <a:ext cx="9446554" cy="288225"/>
      </dsp:txXfrm>
    </dsp:sp>
    <dsp:sp modelId="{1392C95B-03DF-4700-96C9-833C51664E5D}">
      <dsp:nvSpPr>
        <dsp:cNvPr id="0" name=""/>
        <dsp:cNvSpPr/>
      </dsp:nvSpPr>
      <dsp:spPr>
        <a:xfrm>
          <a:off x="0" y="2916592"/>
          <a:ext cx="9477738" cy="31940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Portfolio Holdings  - Contains stock holdings and sector allocations of mutual fund portfolios.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2932184"/>
        <a:ext cx="9446554" cy="288225"/>
      </dsp:txXfrm>
    </dsp:sp>
    <dsp:sp modelId="{9D9E2AC3-1A00-4F7A-BE82-9202B5749DA5}">
      <dsp:nvSpPr>
        <dsp:cNvPr id="0" name=""/>
        <dsp:cNvSpPr/>
      </dsp:nvSpPr>
      <dsp:spPr>
        <a:xfrm>
          <a:off x="0" y="3276322"/>
          <a:ext cx="9477738" cy="31940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latin typeface="Franklin Gothic Book" panose="020B0502020104020203"/>
              <a:ea typeface="+mn-ea"/>
              <a:cs typeface="+mn-cs"/>
            </a:rPr>
            <a:t>Benchmark Indices - Provides market index data used for fund performance comparison and risk analysis.</a:t>
          </a:r>
          <a:endParaRPr lang="en-US" sz="1400" kern="1200">
            <a:latin typeface="Franklin Gothic Book" panose="020B0502020104020203"/>
            <a:ea typeface="+mn-ea"/>
            <a:cs typeface="+mn-cs"/>
          </a:endParaRPr>
        </a:p>
      </dsp:txBody>
      <dsp:txXfrm>
        <a:off x="15592" y="3291914"/>
        <a:ext cx="9446554" cy="2882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3A0443-7C1D-4CBE-B420-9E5D973B3EC0}">
      <dsp:nvSpPr>
        <dsp:cNvPr id="0" name=""/>
        <dsp:cNvSpPr/>
      </dsp:nvSpPr>
      <dsp:spPr>
        <a:xfrm>
          <a:off x="0" y="1183"/>
          <a:ext cx="457200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C306AC-AC91-4E72-B695-B6A8967A3182}">
      <dsp:nvSpPr>
        <dsp:cNvPr id="0" name=""/>
        <dsp:cNvSpPr/>
      </dsp:nvSpPr>
      <dsp:spPr>
        <a:xfrm>
          <a:off x="152511" y="114621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C80376-D029-4B16-8D4E-924C5CBE6486}">
      <dsp:nvSpPr>
        <dsp:cNvPr id="0" name=""/>
        <dsp:cNvSpPr/>
      </dsp:nvSpPr>
      <dsp:spPr>
        <a:xfrm>
          <a:off x="582316" y="1183"/>
          <a:ext cx="39896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solidFill>
                <a:srgbClr val="404040"/>
              </a:solidFill>
              <a:latin typeface="Franklin Gothic Book"/>
            </a:rPr>
            <a:t>Data Sources</a:t>
          </a:r>
          <a:endParaRPr lang="en-US" sz="1900" kern="1200">
            <a:solidFill>
              <a:srgbClr val="000000"/>
            </a:solidFill>
            <a:latin typeface="Franklin Gothic Demi" panose="020B0502020104020203"/>
          </a:endParaRPr>
        </a:p>
      </dsp:txBody>
      <dsp:txXfrm>
        <a:off x="582316" y="1183"/>
        <a:ext cx="3989683" cy="504170"/>
      </dsp:txXfrm>
    </dsp:sp>
    <dsp:sp modelId="{40129333-4332-49E9-95AE-B859921591D0}">
      <dsp:nvSpPr>
        <dsp:cNvPr id="0" name=""/>
        <dsp:cNvSpPr/>
      </dsp:nvSpPr>
      <dsp:spPr>
        <a:xfrm>
          <a:off x="0" y="631395"/>
          <a:ext cx="457200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FCFA8E-79FE-4635-A4B0-6A7A132FFA3F}">
      <dsp:nvSpPr>
        <dsp:cNvPr id="0" name=""/>
        <dsp:cNvSpPr/>
      </dsp:nvSpPr>
      <dsp:spPr>
        <a:xfrm>
          <a:off x="152511" y="744834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52745-8997-48E4-ABF8-047C507112BA}">
      <dsp:nvSpPr>
        <dsp:cNvPr id="0" name=""/>
        <dsp:cNvSpPr/>
      </dsp:nvSpPr>
      <dsp:spPr>
        <a:xfrm>
          <a:off x="582316" y="631395"/>
          <a:ext cx="39896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latin typeface="Franklin Gothic Book"/>
            </a:rPr>
            <a:t>Extract</a:t>
          </a:r>
          <a:endParaRPr lang="en-US" sz="1900" kern="1200">
            <a:solidFill>
              <a:srgbClr val="000000"/>
            </a:solidFill>
            <a:latin typeface="Franklin Gothic Demi" panose="020B0502020104020203"/>
          </a:endParaRPr>
        </a:p>
      </dsp:txBody>
      <dsp:txXfrm>
        <a:off x="582316" y="631395"/>
        <a:ext cx="3989683" cy="504170"/>
      </dsp:txXfrm>
    </dsp:sp>
    <dsp:sp modelId="{7B15E036-634F-47D1-BC08-1C82A850BAFC}">
      <dsp:nvSpPr>
        <dsp:cNvPr id="0" name=""/>
        <dsp:cNvSpPr/>
      </dsp:nvSpPr>
      <dsp:spPr>
        <a:xfrm>
          <a:off x="0" y="1261608"/>
          <a:ext cx="457200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7EDA19-3B6D-417A-A442-3394044AA844}">
      <dsp:nvSpPr>
        <dsp:cNvPr id="0" name=""/>
        <dsp:cNvSpPr/>
      </dsp:nvSpPr>
      <dsp:spPr>
        <a:xfrm>
          <a:off x="152511" y="1375046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171065-42EA-4411-B375-7E511D414C0C}">
      <dsp:nvSpPr>
        <dsp:cNvPr id="0" name=""/>
        <dsp:cNvSpPr/>
      </dsp:nvSpPr>
      <dsp:spPr>
        <a:xfrm>
          <a:off x="582316" y="1261608"/>
          <a:ext cx="39896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solidFill>
                <a:srgbClr val="404040"/>
              </a:solidFill>
              <a:latin typeface="Franklin Gothic Book"/>
            </a:rPr>
            <a:t>Transform</a:t>
          </a:r>
          <a:endParaRPr lang="en-US" sz="1900" kern="1200">
            <a:solidFill>
              <a:srgbClr val="000000"/>
            </a:solidFill>
            <a:latin typeface="Franklin Gothic Demi" panose="020B0502020104020203"/>
          </a:endParaRPr>
        </a:p>
      </dsp:txBody>
      <dsp:txXfrm>
        <a:off x="582316" y="1261608"/>
        <a:ext cx="3989683" cy="504170"/>
      </dsp:txXfrm>
    </dsp:sp>
    <dsp:sp modelId="{701C8CD3-E89F-4881-B0EC-8A62C8B8A15F}">
      <dsp:nvSpPr>
        <dsp:cNvPr id="0" name=""/>
        <dsp:cNvSpPr/>
      </dsp:nvSpPr>
      <dsp:spPr>
        <a:xfrm>
          <a:off x="0" y="1891821"/>
          <a:ext cx="457200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4D08E-DE5A-4B44-9A09-C6CDFAD6B7AB}">
      <dsp:nvSpPr>
        <dsp:cNvPr id="0" name=""/>
        <dsp:cNvSpPr/>
      </dsp:nvSpPr>
      <dsp:spPr>
        <a:xfrm>
          <a:off x="152511" y="2005259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61DE8D-0710-4804-99B4-7BEF512A55AA}">
      <dsp:nvSpPr>
        <dsp:cNvPr id="0" name=""/>
        <dsp:cNvSpPr/>
      </dsp:nvSpPr>
      <dsp:spPr>
        <a:xfrm>
          <a:off x="582316" y="1891821"/>
          <a:ext cx="39896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latin typeface="Franklin Gothic Book"/>
            </a:rPr>
            <a:t>Load</a:t>
          </a:r>
          <a:endParaRPr lang="en-US" sz="1900" kern="1200">
            <a:solidFill>
              <a:srgbClr val="000000"/>
            </a:solidFill>
            <a:latin typeface="Franklin Gothic Demi" panose="020B0502020104020203"/>
          </a:endParaRPr>
        </a:p>
      </dsp:txBody>
      <dsp:txXfrm>
        <a:off x="582316" y="1891821"/>
        <a:ext cx="3989683" cy="504170"/>
      </dsp:txXfrm>
    </dsp:sp>
    <dsp:sp modelId="{1D5FC2C6-5248-42CA-9476-D8F675AD1838}">
      <dsp:nvSpPr>
        <dsp:cNvPr id="0" name=""/>
        <dsp:cNvSpPr/>
      </dsp:nvSpPr>
      <dsp:spPr>
        <a:xfrm>
          <a:off x="0" y="2522033"/>
          <a:ext cx="457200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728197-499C-4F68-832E-C64F65E5C57A}">
      <dsp:nvSpPr>
        <dsp:cNvPr id="0" name=""/>
        <dsp:cNvSpPr/>
      </dsp:nvSpPr>
      <dsp:spPr>
        <a:xfrm>
          <a:off x="152511" y="2635472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D054A8-88E2-4D9B-B1BB-264380F6A4DB}">
      <dsp:nvSpPr>
        <dsp:cNvPr id="0" name=""/>
        <dsp:cNvSpPr/>
      </dsp:nvSpPr>
      <dsp:spPr>
        <a:xfrm>
          <a:off x="582316" y="2522033"/>
          <a:ext cx="39896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solidFill>
                <a:srgbClr val="404040"/>
              </a:solidFill>
              <a:latin typeface="Franklin Gothic Book"/>
            </a:rPr>
            <a:t>Analytics</a:t>
          </a:r>
          <a:endParaRPr lang="en-US" sz="1900" kern="1200">
            <a:solidFill>
              <a:srgbClr val="000000"/>
            </a:solidFill>
            <a:latin typeface="Franklin Gothic Demi" panose="020B0502020104020203"/>
          </a:endParaRPr>
        </a:p>
      </dsp:txBody>
      <dsp:txXfrm>
        <a:off x="582316" y="2522033"/>
        <a:ext cx="3989683" cy="504170"/>
      </dsp:txXfrm>
    </dsp:sp>
    <dsp:sp modelId="{4B694918-B743-40F3-B7E8-75DB69637CD8}">
      <dsp:nvSpPr>
        <dsp:cNvPr id="0" name=""/>
        <dsp:cNvSpPr/>
      </dsp:nvSpPr>
      <dsp:spPr>
        <a:xfrm>
          <a:off x="0" y="3152246"/>
          <a:ext cx="4572000" cy="5041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5D5A4-0FD1-44FB-B2A5-F7D1513138C5}">
      <dsp:nvSpPr>
        <dsp:cNvPr id="0" name=""/>
        <dsp:cNvSpPr/>
      </dsp:nvSpPr>
      <dsp:spPr>
        <a:xfrm>
          <a:off x="152511" y="3265684"/>
          <a:ext cx="277293" cy="27729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4D3E38-5233-49C3-9393-5468C8233A7F}">
      <dsp:nvSpPr>
        <dsp:cNvPr id="0" name=""/>
        <dsp:cNvSpPr/>
      </dsp:nvSpPr>
      <dsp:spPr>
        <a:xfrm>
          <a:off x="582316" y="3152246"/>
          <a:ext cx="3989683" cy="504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58" tIns="53358" rIns="53358" bIns="53358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>
              <a:solidFill>
                <a:srgbClr val="404040"/>
              </a:solidFill>
              <a:latin typeface="Franklin Gothic Book"/>
            </a:rPr>
            <a:t>Dashboard</a:t>
          </a:r>
          <a:endParaRPr lang="en-US" sz="1900" kern="1200"/>
        </a:p>
      </dsp:txBody>
      <dsp:txXfrm>
        <a:off x="582316" y="3152246"/>
        <a:ext cx="3989683" cy="504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6/11/2026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6/11/2026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6/11/2026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6/11/2026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Bluestock Mutual Fund Analytics Platform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 b="1">
                <a:latin typeface="Calibri"/>
                <a:ea typeface="Calibri"/>
                <a:cs typeface="Calibri"/>
              </a:rPr>
              <a:t>An End-to-End Data Engineering &amp; Financial Intelligence Project</a:t>
            </a:r>
            <a:endParaRPr lang="en-US" sz="2000" b="1"/>
          </a:p>
          <a:p>
            <a:pPr>
              <a:lnSpc>
                <a:spcPct val="100000"/>
              </a:lnSpc>
            </a:pPr>
            <a:endParaRPr lang="en-US" sz="2000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EF633F00-2F2F-6B0A-2A49-B917270554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9" r="9185" b="1"/>
          <a:stretch>
            <a:fillRect/>
          </a:stretch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Problem Statement &amp; Objectives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B5262B-5C92-0AAA-1B5D-92D94F3B4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40864"/>
            <a:ext cx="4227875" cy="36344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Problem Statement</a:t>
            </a:r>
          </a:p>
          <a:p>
            <a:r>
              <a:rPr lang="en-IN"/>
              <a:t>Large volume of mutual fund data is generated daily. </a:t>
            </a:r>
          </a:p>
          <a:p>
            <a:r>
              <a:rPr lang="en-IN"/>
              <a:t>Difficult to manually </a:t>
            </a:r>
            <a:r>
              <a:rPr lang="en-IN" err="1"/>
              <a:t>analyze</a:t>
            </a:r>
            <a:r>
              <a:rPr lang="en-IN"/>
              <a:t> performance and investor trends. </a:t>
            </a:r>
          </a:p>
          <a:p>
            <a:r>
              <a:rPr lang="en-IN"/>
              <a:t>Need a centralized analytics platform for insights. </a:t>
            </a:r>
          </a:p>
          <a:p>
            <a:pPr marL="0" indent="0">
              <a:buNone/>
            </a:pPr>
            <a:endParaRPr lang="en-IN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E70B6C-3575-3687-BAA1-FB38328AB1CA}"/>
              </a:ext>
            </a:extLst>
          </p:cNvPr>
          <p:cNvSpPr txBox="1">
            <a:spLocks/>
          </p:cNvSpPr>
          <p:nvPr/>
        </p:nvSpPr>
        <p:spPr>
          <a:xfrm>
            <a:off x="6821125" y="2459398"/>
            <a:ext cx="4227875" cy="3634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/>
              <a:t>Objectives</a:t>
            </a:r>
            <a:endParaRPr lang="en-IN"/>
          </a:p>
          <a:p>
            <a:r>
              <a:rPr lang="en-IN" err="1"/>
              <a:t>Analyze</a:t>
            </a:r>
            <a:r>
              <a:rPr lang="en-IN"/>
              <a:t> NAV &amp; fund performance </a:t>
            </a:r>
          </a:p>
          <a:p>
            <a:r>
              <a:rPr lang="en-IN"/>
              <a:t>Track AUM growth </a:t>
            </a:r>
          </a:p>
          <a:p>
            <a:r>
              <a:rPr lang="en-IN"/>
              <a:t>Study SIP inflows </a:t>
            </a:r>
          </a:p>
          <a:p>
            <a:r>
              <a:rPr lang="en-IN" err="1"/>
              <a:t>Analyze</a:t>
            </a:r>
            <a:r>
              <a:rPr lang="en-IN"/>
              <a:t> investor </a:t>
            </a:r>
            <a:r>
              <a:rPr lang="en-IN" err="1"/>
              <a:t>behavior</a:t>
            </a:r>
            <a:r>
              <a:rPr lang="en-IN"/>
              <a:t> </a:t>
            </a:r>
          </a:p>
          <a:p>
            <a:r>
              <a:rPr lang="en-IN"/>
              <a:t>Evaluate risk metrics </a:t>
            </a:r>
          </a:p>
          <a:p>
            <a:r>
              <a:rPr lang="en-IN"/>
              <a:t>Build dashboards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IN"/>
          </a:p>
        </p:txBody>
      </p:sp>
      <p:pic>
        <p:nvPicPr>
          <p:cNvPr id="4" name="Picture 3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A7986EC9-5FF3-4A7C-72FA-29F548E4D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DD9B-E887-4D8E-EF77-2B627A0FF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Sources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FB5D29-4C34-F0CE-A8FC-FF6F205BE4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3179073"/>
              </p:ext>
            </p:extLst>
          </p:nvPr>
        </p:nvGraphicFramePr>
        <p:xfrm>
          <a:off x="581192" y="2322278"/>
          <a:ext cx="9477738" cy="36344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Picture 26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4E604811-AB3A-60D1-9A2F-48978EE53F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4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D5CB3-40B5-3F40-BC04-2C17A22F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00A55-D78E-0211-D564-0A77C679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049" y="2063773"/>
            <a:ext cx="3631579" cy="3634486"/>
          </a:xfrm>
        </p:spPr>
        <p:txBody>
          <a:bodyPr/>
          <a:lstStyle/>
          <a:p>
            <a:pPr marL="0" indent="0">
              <a:buNone/>
            </a:pPr>
            <a:r>
              <a:rPr lang="en-IN" b="1"/>
              <a:t>ETL Activities</a:t>
            </a:r>
          </a:p>
          <a:p>
            <a:pPr marL="305435" indent="-305435"/>
            <a:r>
              <a:rPr lang="en-IN">
                <a:ea typeface="+mn-lt"/>
                <a:cs typeface="+mn-lt"/>
              </a:rPr>
              <a:t>Data Cleaning </a:t>
            </a:r>
            <a:endParaRPr lang="en-IN"/>
          </a:p>
          <a:p>
            <a:pPr marL="305435" indent="-305435"/>
            <a:r>
              <a:rPr lang="en-IN">
                <a:ea typeface="+mn-lt"/>
                <a:cs typeface="+mn-lt"/>
              </a:rPr>
              <a:t>Missing Value Handling </a:t>
            </a:r>
            <a:endParaRPr lang="en-IN"/>
          </a:p>
          <a:p>
            <a:pPr marL="305435" indent="-305435"/>
            <a:r>
              <a:rPr lang="en-IN">
                <a:ea typeface="+mn-lt"/>
                <a:cs typeface="+mn-lt"/>
              </a:rPr>
              <a:t>Dataset Integration </a:t>
            </a:r>
            <a:endParaRPr lang="en-IN"/>
          </a:p>
          <a:p>
            <a:pPr marL="305435" indent="-305435"/>
            <a:r>
              <a:rPr lang="en-IN">
                <a:ea typeface="+mn-lt"/>
                <a:cs typeface="+mn-lt"/>
              </a:rPr>
              <a:t>Feature Engineering </a:t>
            </a:r>
            <a:endParaRPr lang="en-IN"/>
          </a:p>
          <a:p>
            <a:pPr marL="305435" indent="-305435"/>
            <a:r>
              <a:rPr lang="en-IN">
                <a:ea typeface="+mn-lt"/>
                <a:cs typeface="+mn-lt"/>
              </a:rPr>
              <a:t>KPI Generation</a:t>
            </a:r>
            <a:endParaRPr lang="en-IN"/>
          </a:p>
          <a:p>
            <a:pPr marL="305435" indent="-305435"/>
            <a:endParaRPr lang="en-IN"/>
          </a:p>
        </p:txBody>
      </p:sp>
      <p:pic>
        <p:nvPicPr>
          <p:cNvPr id="6" name="Picture 5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559B2989-DB24-1450-A402-63675E833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E598BCB-F65E-18D7-9E86-90B7BC86CC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8441590"/>
              </p:ext>
            </p:extLst>
          </p:nvPr>
        </p:nvGraphicFramePr>
        <p:xfrm>
          <a:off x="5848597" y="2045525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5300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504BED40-EAF7-4E55-AFF7-2CD840EBD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A7687A-1ADC-18F0-678C-0D2ADE02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02156"/>
            <a:ext cx="6540462" cy="101380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tx2"/>
                </a:solidFill>
              </a:rPr>
              <a:t>EDA Highlights – Industry Trends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67CCF1-BB1E-41CF-8499-94A870C3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66751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50BA2-A6CD-C657-E691-6B4320129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1896533"/>
            <a:ext cx="6309003" cy="3962266"/>
          </a:xfrm>
        </p:spPr>
        <p:txBody>
          <a:bodyPr>
            <a:normAutofit/>
          </a:bodyPr>
          <a:lstStyle/>
          <a:p>
            <a:pPr marL="0" indent="0">
              <a:buClr>
                <a:srgbClr val="CC8763"/>
              </a:buClr>
              <a:buNone/>
            </a:pPr>
            <a:r>
              <a:rPr lang="en-IN" b="1">
                <a:solidFill>
                  <a:schemeClr val="tx2"/>
                </a:solidFill>
              </a:rPr>
              <a:t>Key Insights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Clr>
                <a:srgbClr val="CC8763"/>
              </a:buClr>
              <a:buNone/>
            </a:pPr>
            <a:r>
              <a:rPr lang="en-IN" b="1">
                <a:solidFill>
                  <a:schemeClr val="tx2"/>
                </a:solidFill>
              </a:rPr>
              <a:t>AUM Growth</a:t>
            </a:r>
          </a:p>
          <a:p>
            <a:pPr marL="305435" indent="-305435">
              <a:buClr>
                <a:srgbClr val="CC8763"/>
              </a:buClr>
              <a:buFont typeface="Arial" panose="05020102010507070707" pitchFamily="18" charset="2"/>
              <a:buChar char="•"/>
            </a:pPr>
            <a:r>
              <a:rPr lang="en-IN">
                <a:solidFill>
                  <a:schemeClr val="tx2"/>
                </a:solidFill>
              </a:rPr>
              <a:t>Consistent growth across major fund houses </a:t>
            </a:r>
          </a:p>
          <a:p>
            <a:pPr marL="305435" indent="-305435">
              <a:buClr>
                <a:srgbClr val="CC8763"/>
              </a:buClr>
              <a:buFont typeface="Arial" panose="05020102010507070707" pitchFamily="18" charset="2"/>
              <a:buChar char="•"/>
            </a:pPr>
            <a:r>
              <a:rPr lang="en-IN">
                <a:solidFill>
                  <a:schemeClr val="tx2"/>
                </a:solidFill>
              </a:rPr>
              <a:t>SBI MF leads industry AUM </a:t>
            </a:r>
          </a:p>
          <a:p>
            <a:pPr marL="0" indent="0">
              <a:buClr>
                <a:srgbClr val="CC8763"/>
              </a:buClr>
              <a:buNone/>
            </a:pPr>
            <a:r>
              <a:rPr lang="en-IN" b="1">
                <a:solidFill>
                  <a:schemeClr val="tx2"/>
                </a:solidFill>
              </a:rPr>
              <a:t>SIP Growth</a:t>
            </a:r>
          </a:p>
          <a:p>
            <a:pPr>
              <a:buClr>
                <a:srgbClr val="CC8763"/>
              </a:buClr>
              <a:buFont typeface="Arial" panose="05020102010507070707" pitchFamily="18" charset="2"/>
              <a:buChar char="•"/>
            </a:pPr>
            <a:r>
              <a:rPr lang="en-IN">
                <a:solidFill>
                  <a:schemeClr val="tx2"/>
                </a:solidFill>
              </a:rPr>
              <a:t>SIP inflows crossed ₹31,000 Cr </a:t>
            </a:r>
          </a:p>
          <a:p>
            <a:pPr marL="0" indent="0">
              <a:buClr>
                <a:srgbClr val="CC8763"/>
              </a:buClr>
              <a:buNone/>
            </a:pPr>
            <a:r>
              <a:rPr lang="en-IN" b="1">
                <a:solidFill>
                  <a:schemeClr val="tx2"/>
                </a:solidFill>
              </a:rPr>
              <a:t>Folio Growth</a:t>
            </a:r>
          </a:p>
          <a:p>
            <a:pPr>
              <a:buClr>
                <a:srgbClr val="CC8763"/>
              </a:buClr>
              <a:buFont typeface="Arial" panose="05020102010507070707" pitchFamily="18" charset="2"/>
              <a:buChar char="•"/>
            </a:pPr>
            <a:r>
              <a:rPr lang="en-IN">
                <a:solidFill>
                  <a:schemeClr val="tx2"/>
                </a:solidFill>
              </a:rPr>
              <a:t>Folios increased from 13.26 Cr to 26.12 Cr</a:t>
            </a:r>
          </a:p>
          <a:p>
            <a:pPr>
              <a:buClr>
                <a:srgbClr val="CC8763"/>
              </a:buClr>
              <a:buFont typeface="Arial" panose="05020102010507070707" pitchFamily="18" charset="2"/>
              <a:buChar char="•"/>
            </a:pPr>
            <a:endParaRPr lang="en-IN">
              <a:solidFill>
                <a:schemeClr val="tx2"/>
              </a:solidFill>
            </a:endParaRPr>
          </a:p>
        </p:txBody>
      </p:sp>
      <p:pic>
        <p:nvPicPr>
          <p:cNvPr id="7" name="Picture 6" descr="03_sip_inflow_trend.png">
            <a:extLst>
              <a:ext uri="{FF2B5EF4-FFF2-40B4-BE49-F238E27FC236}">
                <a16:creationId xmlns:a16="http://schemas.microsoft.com/office/drawing/2014/main" id="{8387180B-7627-4B1C-8CE2-C217238E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13" b="3"/>
          <a:stretch>
            <a:fillRect/>
          </a:stretch>
        </p:blipFill>
        <p:spPr>
          <a:xfrm>
            <a:off x="7568187" y="2318667"/>
            <a:ext cx="4623812" cy="2219099"/>
          </a:xfrm>
          <a:prstGeom prst="rect">
            <a:avLst/>
          </a:prstGeom>
        </p:spPr>
      </p:pic>
      <p:pic>
        <p:nvPicPr>
          <p:cNvPr id="6" name="Picture 5" descr="02_aum_growth.png">
            <a:extLst>
              <a:ext uri="{FF2B5EF4-FFF2-40B4-BE49-F238E27FC236}">
                <a16:creationId xmlns:a16="http://schemas.microsoft.com/office/drawing/2014/main" id="{F6E09494-E029-09DA-E0EE-953368BE3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355" r="3" b="3"/>
          <a:stretch>
            <a:fillRect/>
          </a:stretch>
        </p:blipFill>
        <p:spPr>
          <a:xfrm>
            <a:off x="7571352" y="240480"/>
            <a:ext cx="4620649" cy="2233346"/>
          </a:xfrm>
          <a:prstGeom prst="rect">
            <a:avLst/>
          </a:prstGeom>
        </p:spPr>
      </p:pic>
      <p:pic>
        <p:nvPicPr>
          <p:cNvPr id="9" name="Picture 8" descr="10_folio_growth.png">
            <a:extLst>
              <a:ext uri="{FF2B5EF4-FFF2-40B4-BE49-F238E27FC236}">
                <a16:creationId xmlns:a16="http://schemas.microsoft.com/office/drawing/2014/main" id="{6E74A61D-2B70-531A-7C6F-FEE8EE3062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98" r="3" b="3"/>
          <a:stretch>
            <a:fillRect/>
          </a:stretch>
        </p:blipFill>
        <p:spPr>
          <a:xfrm>
            <a:off x="7571351" y="4631773"/>
            <a:ext cx="4620649" cy="2226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45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09_t30_b30_split.png">
            <a:extLst>
              <a:ext uri="{FF2B5EF4-FFF2-40B4-BE49-F238E27FC236}">
                <a16:creationId xmlns:a16="http://schemas.microsoft.com/office/drawing/2014/main" id="{4F250D23-6663-F46D-7F1B-D9F1142E5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633" y="1889090"/>
            <a:ext cx="2396372" cy="2219811"/>
          </a:xfrm>
          <a:prstGeom prst="rect">
            <a:avLst/>
          </a:prstGeom>
        </p:spPr>
      </p:pic>
      <p:pic>
        <p:nvPicPr>
          <p:cNvPr id="7" name="Picture 6" descr="07_gender_split.png">
            <a:extLst>
              <a:ext uri="{FF2B5EF4-FFF2-40B4-BE49-F238E27FC236}">
                <a16:creationId xmlns:a16="http://schemas.microsoft.com/office/drawing/2014/main" id="{7194577B-3B0D-76EA-4AC8-8E58637E6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931" y="4335297"/>
            <a:ext cx="2178321" cy="2187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B798A4-D5B8-0F02-C0FB-0F6ACF79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68801"/>
          </a:xfrm>
        </p:spPr>
        <p:txBody>
          <a:bodyPr>
            <a:normAutofit/>
          </a:bodyPr>
          <a:lstStyle/>
          <a:p>
            <a:r>
              <a:rPr lang="en-IN"/>
              <a:t>EDA Highlights – Investor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416B9-80F1-12FE-5AD6-C0EAA3AB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8945"/>
            <a:ext cx="3272351" cy="44881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IN" b="1"/>
              <a:t>Investor Demographics</a:t>
            </a:r>
            <a:endParaRPr lang="en-IN"/>
          </a:p>
          <a:p>
            <a:pPr marL="0" indent="0">
              <a:buNone/>
            </a:pPr>
            <a:r>
              <a:rPr lang="en-IN" b="1"/>
              <a:t>Age Distribution: </a:t>
            </a:r>
            <a:endParaRPr lang="en-IN"/>
          </a:p>
          <a:p>
            <a:pPr marL="305435" indent="-305435">
              <a:buFont typeface="Arial" panose="05020102010507070707" pitchFamily="18" charset="2"/>
              <a:buChar char="•"/>
            </a:pPr>
            <a:r>
              <a:rPr lang="en-IN"/>
              <a:t>26–35 years = largest investor group </a:t>
            </a:r>
          </a:p>
          <a:p>
            <a:pPr marL="0" indent="0">
              <a:buNone/>
            </a:pPr>
            <a:r>
              <a:rPr lang="en-IN" b="1"/>
              <a:t>Gender Split: </a:t>
            </a:r>
            <a:endParaRPr lang="en-IN"/>
          </a:p>
          <a:p>
            <a:pPr marL="305435" indent="-305435">
              <a:buFont typeface="Arial" panose="05020102010507070707" pitchFamily="18" charset="2"/>
              <a:buChar char="•"/>
            </a:pPr>
            <a:r>
              <a:rPr lang="en-IN"/>
              <a:t>Male: 66% </a:t>
            </a:r>
          </a:p>
          <a:p>
            <a:pPr marL="305435" indent="-305435">
              <a:buFont typeface="Arial" panose="05020102010507070707" pitchFamily="18" charset="2"/>
              <a:buChar char="•"/>
            </a:pPr>
            <a:r>
              <a:rPr lang="en-IN"/>
              <a:t>Female: 34% </a:t>
            </a:r>
            <a:endParaRPr lang="en-IN" b="1"/>
          </a:p>
          <a:p>
            <a:pPr marL="0" indent="0">
              <a:buNone/>
            </a:pPr>
            <a:r>
              <a:rPr lang="en-IN" b="1"/>
              <a:t>Geographic Distribution: </a:t>
            </a:r>
          </a:p>
          <a:p>
            <a:pPr marL="305435" indent="-305435">
              <a:buFont typeface="Arial" panose="05020102010507070707" pitchFamily="18" charset="2"/>
              <a:buChar char="•"/>
            </a:pPr>
            <a:r>
              <a:rPr lang="en-IN"/>
              <a:t>T30 Cities: 66% </a:t>
            </a:r>
          </a:p>
          <a:p>
            <a:pPr marL="305435" indent="-305435">
              <a:buFont typeface="Arial" panose="05020102010507070707" pitchFamily="18" charset="2"/>
              <a:buChar char="•"/>
            </a:pPr>
            <a:r>
              <a:rPr lang="en-IN"/>
              <a:t>B30 Cities: 34%</a:t>
            </a:r>
          </a:p>
          <a:p>
            <a:pPr>
              <a:buFont typeface="Arial" panose="05020102010507070707" pitchFamily="18" charset="2"/>
              <a:buChar char="•"/>
            </a:pPr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C54D7CB-0C91-49BA-BDC8-628D4E04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5433" y="1892371"/>
            <a:ext cx="3680469" cy="220396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7AA1860-70B6-4D74-8E50-89C5CFA4E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51598" y="4186861"/>
            <a:ext cx="3680469" cy="221020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34FA9EC-3E4B-41A6-9164-6C10794D7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493" y="1892370"/>
            <a:ext cx="3699935" cy="4504699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05_age_distribution.png">
            <a:extLst>
              <a:ext uri="{FF2B5EF4-FFF2-40B4-BE49-F238E27FC236}">
                <a16:creationId xmlns:a16="http://schemas.microsoft.com/office/drawing/2014/main" id="{9598C234-37BB-C509-2A30-171150E5C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531" y="2585367"/>
            <a:ext cx="3033384" cy="3135280"/>
          </a:xfrm>
          <a:prstGeom prst="rect">
            <a:avLst/>
          </a:prstGeom>
        </p:spPr>
      </p:pic>
      <p:pic>
        <p:nvPicPr>
          <p:cNvPr id="13" name="Picture 12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B383742F-957D-98A9-8F3D-D66C5737FB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806" b="2174"/>
          <a:stretch>
            <a:fillRect/>
          </a:stretch>
        </p:blipFill>
        <p:spPr>
          <a:xfrm>
            <a:off x="10672414" y="612155"/>
            <a:ext cx="1171421" cy="83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4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58DF7D-C2D0-4B03-A7A0-2F06B789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26B711-3121-40B0-8377-A64F3DC00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5C4D3D-ABBA-4B4E-93E5-01E34371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DD5E5-0097-4C6C-B266-5732EDA96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2EF87-C74F-4D3F-9CAD-EEA1733C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D148B-B34C-5138-AF62-D6D3D9E4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19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EFF"/>
                </a:solidFill>
              </a:rPr>
              <a:t>Performance Metrics – Return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1C42B-A8A3-A1DC-3776-C36DEEB2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4935" y="1037968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Metrics </a:t>
            </a:r>
            <a:r>
              <a:rPr lang="en-IN" b="1">
                <a:ea typeface="+mn-lt"/>
                <a:cs typeface="+mn-lt"/>
              </a:rPr>
              <a:t>Used</a:t>
            </a:r>
            <a:endParaRPr lang="en-US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IN" b="1"/>
              <a:t>Daily Returns:</a:t>
            </a:r>
            <a:r>
              <a:rPr lang="en-IN" b="1">
                <a:ea typeface="+mn-lt"/>
                <a:cs typeface="+mn-lt"/>
              </a:rPr>
              <a:t> </a:t>
            </a:r>
            <a:r>
              <a:rPr lang="en-IN">
                <a:ea typeface="+mn-lt"/>
                <a:cs typeface="+mn-lt"/>
              </a:rPr>
              <a:t>Measures the day-to-day percentage change in a fund's NAV.</a:t>
            </a:r>
            <a:endParaRPr lang="en-IN"/>
          </a:p>
          <a:p>
            <a:pPr marL="342900" indent="-342900">
              <a:buAutoNum type="arabicPeriod"/>
            </a:pPr>
            <a:r>
              <a:rPr lang="en-IN" b="1"/>
              <a:t>CAGR: </a:t>
            </a:r>
            <a:r>
              <a:rPr lang="en-IN">
                <a:ea typeface="+mn-lt"/>
                <a:cs typeface="+mn-lt"/>
              </a:rPr>
              <a:t>Shows the average annual growth rate of an investment over a period.</a:t>
            </a:r>
            <a:r>
              <a:rPr lang="en-IN"/>
              <a:t> </a:t>
            </a:r>
          </a:p>
          <a:p>
            <a:pPr marL="342900" indent="-342900">
              <a:buAutoNum type="arabicPeriod"/>
            </a:pPr>
            <a:r>
              <a:rPr lang="en-IN" b="1"/>
              <a:t>Rolling Returns:</a:t>
            </a:r>
            <a:r>
              <a:rPr lang="en-IN" b="1">
                <a:ea typeface="+mn-lt"/>
                <a:cs typeface="+mn-lt"/>
              </a:rPr>
              <a:t> </a:t>
            </a:r>
            <a:r>
              <a:rPr lang="en-IN">
                <a:ea typeface="+mn-lt"/>
                <a:cs typeface="+mn-lt"/>
              </a:rPr>
              <a:t>Evaluates the consistency of fund performance across different time windows.</a:t>
            </a:r>
            <a:endParaRPr lang="en-IN"/>
          </a:p>
          <a:p>
            <a:pPr marL="342900" indent="-342900">
              <a:buAutoNum type="arabicPeriod"/>
            </a:pPr>
            <a:r>
              <a:rPr lang="en-IN" b="1"/>
              <a:t>Alpha: </a:t>
            </a:r>
            <a:r>
              <a:rPr lang="en-IN">
                <a:ea typeface="+mn-lt"/>
                <a:cs typeface="+mn-lt"/>
              </a:rPr>
              <a:t>Measures how much a fund outperforms or underperforms its benchmark</a:t>
            </a:r>
            <a:endParaRPr lang="en-IN"/>
          </a:p>
          <a:p>
            <a:pPr marL="342900" indent="-342900">
              <a:buAutoNum type="arabicPeriod"/>
            </a:pPr>
            <a:endParaRPr lang="en-IN"/>
          </a:p>
        </p:txBody>
      </p:sp>
      <p:pic>
        <p:nvPicPr>
          <p:cNvPr id="4" name="Picture 3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B91D8BA5-98E0-4C6A-ADA2-6931D0CBE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37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833049-31FF-008A-23CB-44EBA2A9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E290C2-809D-8BF7-9F0D-C39A74301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1D2444-F56A-D141-6331-A2C653984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3966AD-2EF8-78B9-5C46-BCB2E0694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8DAB44-6B51-005F-50EF-3E75A5409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73C13A-0C7D-DA66-861B-476BEF473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97643"/>
            <a:ext cx="3703320" cy="57929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86632-65C6-089A-011D-951577DB3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719" y="1037967"/>
            <a:ext cx="3054091" cy="4709131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rgbClr val="FFFEFF"/>
                </a:solidFill>
              </a:rPr>
              <a:t>Performance Metrics – </a:t>
            </a:r>
            <a:r>
              <a:rPr lang="en-IN">
                <a:solidFill>
                  <a:schemeClr val="bg1"/>
                </a:solidFill>
              </a:rPr>
              <a:t>Risk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D9D30-1ACD-D810-428E-5389AE7B1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398" y="1391090"/>
            <a:ext cx="6725899" cy="4820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Metrics </a:t>
            </a:r>
            <a:r>
              <a:rPr lang="en-IN" b="1">
                <a:ea typeface="+mn-lt"/>
                <a:cs typeface="+mn-lt"/>
              </a:rPr>
              <a:t>Used</a:t>
            </a:r>
            <a:endParaRPr lang="en-US">
              <a:ea typeface="+mn-lt"/>
              <a:cs typeface="+mn-lt"/>
            </a:endParaRPr>
          </a:p>
          <a:p>
            <a:pPr marL="342900" indent="-342900">
              <a:buAutoNum type="arabicPeriod"/>
            </a:pPr>
            <a:r>
              <a:rPr lang="en-IN"/>
              <a:t>Beta: Measures</a:t>
            </a:r>
            <a:r>
              <a:rPr lang="en-IN">
                <a:ea typeface="+mn-lt"/>
                <a:cs typeface="+mn-lt"/>
              </a:rPr>
              <a:t> how sensitive a fund is to overall market movements. </a:t>
            </a:r>
            <a:endParaRPr lang="en-IN"/>
          </a:p>
          <a:p>
            <a:pPr marL="342900" indent="-342900">
              <a:buAutoNum type="arabicPeriod"/>
            </a:pPr>
            <a:r>
              <a:rPr lang="en-IN"/>
              <a:t>Sharpe Ratio: Measures</a:t>
            </a:r>
            <a:r>
              <a:rPr lang="en-IN">
                <a:ea typeface="+mn-lt"/>
                <a:cs typeface="+mn-lt"/>
              </a:rPr>
              <a:t> the return generated for each unit of total risk taken. </a:t>
            </a:r>
            <a:endParaRPr lang="en-IN"/>
          </a:p>
          <a:p>
            <a:pPr marL="342900" indent="-342900">
              <a:buAutoNum type="arabicPeriod"/>
            </a:pPr>
            <a:r>
              <a:rPr lang="en-IN"/>
              <a:t>Sortino Ratio: Measures</a:t>
            </a:r>
            <a:r>
              <a:rPr lang="en-IN">
                <a:ea typeface="+mn-lt"/>
                <a:cs typeface="+mn-lt"/>
              </a:rPr>
              <a:t> the return generated for each unit of downside risk. </a:t>
            </a:r>
            <a:endParaRPr lang="en-IN"/>
          </a:p>
          <a:p>
            <a:pPr marL="342900" indent="-342900">
              <a:buAutoNum type="arabicPeriod"/>
            </a:pPr>
            <a:r>
              <a:rPr lang="en-IN"/>
              <a:t>Maximum Drawdown: Measures</a:t>
            </a:r>
            <a:r>
              <a:rPr lang="en-IN">
                <a:ea typeface="+mn-lt"/>
                <a:cs typeface="+mn-lt"/>
              </a:rPr>
              <a:t> the largest decline in fund value from its peak. </a:t>
            </a:r>
            <a:endParaRPr lang="en-IN"/>
          </a:p>
          <a:p>
            <a:pPr marL="342900" indent="-342900">
              <a:buAutoNum type="arabicPeriod"/>
            </a:pPr>
            <a:r>
              <a:rPr lang="en-IN"/>
              <a:t>Correlation Matrix: Shows</a:t>
            </a:r>
            <a:r>
              <a:rPr lang="en-IN">
                <a:ea typeface="+mn-lt"/>
                <a:cs typeface="+mn-lt"/>
              </a:rPr>
              <a:t> how closely different funds move relative to each other.</a:t>
            </a:r>
            <a:endParaRPr lang="en-IN"/>
          </a:p>
          <a:p>
            <a:pPr marL="342900" indent="-342900">
              <a:buAutoNum type="arabicPeriod"/>
            </a:pPr>
            <a:endParaRPr lang="en-IN"/>
          </a:p>
          <a:p>
            <a:pPr marL="342900" indent="-342900">
              <a:buAutoNum type="arabicPeriod"/>
            </a:pPr>
            <a:endParaRPr lang="en-IN"/>
          </a:p>
        </p:txBody>
      </p:sp>
      <p:pic>
        <p:nvPicPr>
          <p:cNvPr id="5" name="Picture 4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955A5966-F048-AD0B-0F10-BB46785C7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05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1F2B8-98EF-A159-5D1F-AA162DCFF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IN"/>
              <a:t>Dashboard Showcase – Industry Overview</a:t>
            </a:r>
            <a:endParaRPr lang="en-US"/>
          </a:p>
          <a:p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A7B8BBB-5B34-401F-9483-EB5DC6DFA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2180496"/>
            <a:ext cx="3703320" cy="4045683"/>
          </a:xfrm>
          <a:prstGeom prst="rect">
            <a:avLst/>
          </a:prstGeom>
          <a:solidFill>
            <a:srgbClr val="FFFFFF"/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BF67C8-848F-96A1-ACD8-5EEC4790A6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7060"/>
          <a:stretch>
            <a:fillRect/>
          </a:stretch>
        </p:blipFill>
        <p:spPr>
          <a:xfrm>
            <a:off x="630849" y="2368941"/>
            <a:ext cx="3331551" cy="1788166"/>
          </a:xfrm>
          <a:prstGeom prst="rect">
            <a:avLst/>
          </a:prstGeom>
        </p:spPr>
      </p:pic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693D91A0-397A-AE69-54EF-270A973ADE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7060"/>
          <a:stretch>
            <a:fillRect/>
          </a:stretch>
        </p:blipFill>
        <p:spPr>
          <a:xfrm>
            <a:off x="630849" y="4249568"/>
            <a:ext cx="3331551" cy="1788167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E787747-DF55-BBFC-9496-41459D9D9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5325" y="2180496"/>
            <a:ext cx="7105481" cy="404568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/>
              <a:t>Dashboard Highlights</a:t>
            </a:r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Tracks Total AUM, SIP Inflows, Folio Growth, and Category-wise Inflows. </a:t>
            </a:r>
            <a:endParaRPr lang="en-US"/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Provides a high-level view of mutual fund industry growth. </a:t>
            </a:r>
            <a:endParaRPr lang="en-US"/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Enables comparison of fund houses and investment categories. </a:t>
            </a:r>
            <a:endParaRPr lang="en-US"/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Monitors investor participation trends over time. 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Key Insights</a:t>
            </a:r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SIP inflows exceeded ₹31,000 Cr, indicating strong retail participation.</a:t>
            </a:r>
            <a:endParaRPr lang="en-US"/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SBI Mutual Fund emerged as the largest fund house by AUM.</a:t>
            </a:r>
            <a:endParaRPr lang="en-US"/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Folio counts nearly doubled, reflecting rapid industry expansion.</a:t>
            </a:r>
            <a:endParaRPr lang="en-US"/>
          </a:p>
          <a:p>
            <a:pPr marL="305435" indent="-305435">
              <a:lnSpc>
                <a:spcPct val="100000"/>
              </a:lnSpc>
            </a:pPr>
            <a:r>
              <a:rPr lang="en-US">
                <a:ea typeface="+mn-lt"/>
                <a:cs typeface="+mn-lt"/>
              </a:rPr>
              <a:t>Liquid Funds attracted the highest net inflows among all categories.</a:t>
            </a:r>
            <a:endParaRPr lang="en-US"/>
          </a:p>
          <a:p>
            <a:pPr marL="305435" indent="-305435">
              <a:lnSpc>
                <a:spcPct val="10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63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F561A-8708-60B7-8C39-FD6579E4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13BF3125-F829-42AD-9499-2E1E68573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123B47-9198-B0EF-1320-495C15CDD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134" y="702156"/>
            <a:ext cx="7212673" cy="1188720"/>
          </a:xfrm>
        </p:spPr>
        <p:txBody>
          <a:bodyPr>
            <a:normAutofit/>
          </a:bodyPr>
          <a:lstStyle/>
          <a:p>
            <a:r>
              <a:rPr lang="en-IN">
                <a:ea typeface="+mj-lt"/>
                <a:cs typeface="+mj-lt"/>
              </a:rPr>
              <a:t>Dashboard Showcase – Performance &amp; Investor Analytics</a:t>
            </a:r>
            <a:endParaRPr lang="en-US"/>
          </a:p>
          <a:p>
            <a:endParaRPr lang="en-IN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755048A-E386-4898-B0AD-98A6A29F6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A21A1F8-0202-47A2-AA30-21B1B3ED6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8016B9E-A476-43D0-AA13-88A0A84D4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CEAEA3E-4F79-819C-7A9E-7B51790112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22" r="6678" b="3"/>
          <a:stretch>
            <a:fillRect/>
          </a:stretch>
        </p:blipFill>
        <p:spPr>
          <a:xfrm>
            <a:off x="446534" y="641102"/>
            <a:ext cx="3702877" cy="2828500"/>
          </a:xfrm>
          <a:prstGeom prst="rect">
            <a:avLst/>
          </a:prstGeom>
        </p:spPr>
      </p:pic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40B60B0E-24B9-78F1-379B-892835943D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19" r="20453" b="2"/>
          <a:stretch>
            <a:fillRect/>
          </a:stretch>
        </p:blipFill>
        <p:spPr>
          <a:xfrm>
            <a:off x="446534" y="3562063"/>
            <a:ext cx="3702877" cy="282850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9E5DFFC-FA8F-86DC-0890-5EB6B10D3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8133" y="2340864"/>
            <a:ext cx="7212674" cy="4049700"/>
          </a:xfrm>
        </p:spPr>
        <p:txBody>
          <a:bodyPr>
            <a:normAutofit/>
          </a:bodyPr>
          <a:lstStyle/>
          <a:p>
            <a:pPr marL="305435" indent="-305435">
              <a:lnSpc>
                <a:spcPct val="100000"/>
              </a:lnSpc>
              <a:buNone/>
            </a:pPr>
            <a:r>
              <a:rPr lang="en-US" sz="1400"/>
              <a:t>Dashboard Highlights</a:t>
            </a:r>
          </a:p>
          <a:p>
            <a:pPr marL="305435" indent="-305435">
              <a:lnSpc>
                <a:spcPct val="100000"/>
              </a:lnSpc>
              <a:buFont typeface="Wingdings 2"/>
            </a:pPr>
            <a:r>
              <a:rPr lang="en-US" sz="1400">
                <a:ea typeface="+mn-lt"/>
                <a:cs typeface="+mn-lt"/>
              </a:rPr>
              <a:t>Evaluates fund performance using CAGR, Sharpe Ratio, Alpha, and custom scorecards. </a:t>
            </a:r>
          </a:p>
          <a:p>
            <a:pPr marL="305435" indent="-305435">
              <a:lnSpc>
                <a:spcPct val="100000"/>
              </a:lnSpc>
              <a:buFont typeface="Wingdings 2"/>
            </a:pPr>
            <a:r>
              <a:rPr lang="en-US" sz="1400">
                <a:ea typeface="+mn-lt"/>
                <a:cs typeface="+mn-lt"/>
              </a:rPr>
              <a:t>Analyzes investor demographics and transaction behavior. </a:t>
            </a:r>
          </a:p>
          <a:p>
            <a:pPr marL="305435" indent="-305435">
              <a:lnSpc>
                <a:spcPct val="100000"/>
              </a:lnSpc>
              <a:buFont typeface="Wingdings 2"/>
            </a:pPr>
            <a:r>
              <a:rPr lang="en-US" sz="1400">
                <a:ea typeface="+mn-lt"/>
                <a:cs typeface="+mn-lt"/>
              </a:rPr>
              <a:t>Visualizes geographic participation and investment patterns. </a:t>
            </a:r>
          </a:p>
          <a:p>
            <a:pPr marL="305435" indent="-305435">
              <a:lnSpc>
                <a:spcPct val="100000"/>
              </a:lnSpc>
              <a:buFont typeface="Wingdings 2"/>
            </a:pPr>
            <a:r>
              <a:rPr lang="en-US" sz="1400">
                <a:ea typeface="+mn-lt"/>
                <a:cs typeface="+mn-lt"/>
              </a:rPr>
              <a:t>Supports identification of high-performing and risk-adjusted funds. </a:t>
            </a:r>
            <a:endParaRPr lang="en-US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/>
              <a:t>Key Insights</a:t>
            </a:r>
          </a:p>
          <a:p>
            <a:pPr marL="305435" indent="-305435"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Investors aged 26–35 represent the largest investor segment.</a:t>
            </a:r>
          </a:p>
          <a:p>
            <a:pPr marL="305435" indent="-305435"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T30 cities contribute the majority of investment volume.</a:t>
            </a:r>
          </a:p>
          <a:p>
            <a:pPr marL="305435" indent="-305435"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Lumpsum transactions account for the highest investment amount.</a:t>
            </a:r>
            <a:endParaRPr lang="en-US" sz="1400"/>
          </a:p>
          <a:p>
            <a:pPr marL="305435" indent="-305435">
              <a:lnSpc>
                <a:spcPct val="100000"/>
              </a:lnSpc>
            </a:pPr>
            <a:r>
              <a:rPr lang="en-US" sz="1400">
                <a:ea typeface="+mn-lt"/>
                <a:cs typeface="+mn-lt"/>
              </a:rPr>
              <a:t>Several funds demonstrated strong risk-adjusted performance through positive Sharpe Ratios and Alpha values.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/>
          </a:p>
          <a:p>
            <a:pPr marL="305435" indent="-305435">
              <a:lnSpc>
                <a:spcPct val="100000"/>
              </a:lnSpc>
            </a:pP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044086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9FC64-DEAC-D3A1-9746-AF58D064E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8E156-95E3-6258-5630-AA4BCBCD7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/>
              <a:t>Major Findings</a:t>
            </a:r>
            <a:endParaRPr lang="en-US"/>
          </a:p>
          <a:p>
            <a:pPr marL="305435" indent="-305435"/>
            <a:r>
              <a:rPr lang="en-IN"/>
              <a:t>SIP inflows continue to rise</a:t>
            </a:r>
          </a:p>
          <a:p>
            <a:pPr marL="305435" indent="-305435"/>
            <a:r>
              <a:rPr lang="en-IN"/>
              <a:t>AUM growth remains strong</a:t>
            </a:r>
          </a:p>
          <a:p>
            <a:pPr marL="305435" indent="-305435"/>
            <a:r>
              <a:rPr lang="en-IN"/>
              <a:t>Investor participation nearly doubled</a:t>
            </a:r>
          </a:p>
          <a:p>
            <a:pPr marL="305435" indent="-305435"/>
            <a:r>
              <a:rPr lang="en-IN"/>
              <a:t>Young investors drive market growth</a:t>
            </a:r>
          </a:p>
          <a:p>
            <a:pPr marL="305435" indent="-305435"/>
            <a:r>
              <a:rPr lang="en-IN"/>
              <a:t>T30 cities dominate investments</a:t>
            </a:r>
          </a:p>
          <a:p>
            <a:pPr marL="305435" indent="-305435"/>
            <a:r>
              <a:rPr lang="en-IN"/>
              <a:t>Positive Alpha observed in multiple schemes</a:t>
            </a:r>
          </a:p>
          <a:p>
            <a:pPr marL="305435" indent="-305435"/>
            <a:r>
              <a:rPr lang="en-IN"/>
              <a:t>Diversification opportunities exist</a:t>
            </a:r>
          </a:p>
          <a:p>
            <a:endParaRPr lang="en-IN"/>
          </a:p>
        </p:txBody>
      </p:sp>
      <p:pic>
        <p:nvPicPr>
          <p:cNvPr id="5" name="Picture 4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653CE96B-FFBD-29F7-EC7E-E7107EAF5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33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6107A-DD51-7B8D-A77E-83BCFB31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1899" y="878717"/>
            <a:ext cx="3158714" cy="1188720"/>
          </a:xfrm>
        </p:spPr>
        <p:txBody>
          <a:bodyPr/>
          <a:lstStyle/>
          <a:p>
            <a:r>
              <a:rPr lang="en-IN" sz="4000" b="1"/>
              <a:t>Thank You</a:t>
            </a:r>
            <a:br>
              <a:rPr lang="en-IN" b="1"/>
            </a:b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6502-8D4E-D944-A649-E50F41FD5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/>
              <a:t>Conclusion</a:t>
            </a:r>
            <a:endParaRPr lang="en-US" sz="2400"/>
          </a:p>
          <a:p>
            <a:pPr marL="0" indent="0">
              <a:buNone/>
            </a:pPr>
            <a:r>
              <a:rPr lang="en-IN"/>
              <a:t>Successfully built an end-to-end Mutual Fund Analytics Platform using ETL, analytics, and dashboarding techniques.</a:t>
            </a:r>
          </a:p>
          <a:p>
            <a:pPr marL="0" indent="0">
              <a:buNone/>
            </a:pPr>
            <a:r>
              <a:rPr lang="en-IN" b="1"/>
              <a:t>Technologies Used</a:t>
            </a:r>
          </a:p>
          <a:p>
            <a:pPr marL="305435" indent="-305435"/>
            <a:r>
              <a:rPr lang="en-IN"/>
              <a:t>Python </a:t>
            </a:r>
          </a:p>
          <a:p>
            <a:pPr marL="305435" indent="-305435"/>
            <a:r>
              <a:rPr lang="en-IN"/>
              <a:t>Pandas </a:t>
            </a:r>
          </a:p>
          <a:p>
            <a:pPr marL="305435" indent="-305435"/>
            <a:r>
              <a:rPr lang="en-IN"/>
              <a:t>NumPy </a:t>
            </a:r>
          </a:p>
          <a:p>
            <a:pPr marL="305435" indent="-305435"/>
            <a:r>
              <a:rPr lang="en-IN"/>
              <a:t>Matplotlib </a:t>
            </a:r>
          </a:p>
          <a:p>
            <a:pPr marL="305435" indent="-305435"/>
            <a:r>
              <a:rPr lang="en-IN"/>
              <a:t>Power BI</a:t>
            </a:r>
          </a:p>
          <a:p>
            <a:pPr marL="0" indent="0">
              <a:buNone/>
            </a:pPr>
            <a:r>
              <a:rPr lang="en-IN" b="1"/>
              <a:t>Thank You</a:t>
            </a:r>
          </a:p>
          <a:p>
            <a:endParaRPr lang="en-IN"/>
          </a:p>
        </p:txBody>
      </p:sp>
      <p:pic>
        <p:nvPicPr>
          <p:cNvPr id="7" name="Picture 6" descr="A logo with blue and orange lines&#10;&#10;AI-generated content may be incorrect.">
            <a:extLst>
              <a:ext uri="{FF2B5EF4-FFF2-40B4-BE49-F238E27FC236}">
                <a16:creationId xmlns:a16="http://schemas.microsoft.com/office/drawing/2014/main" id="{CBD9A477-5F24-CCF7-4B27-9769B0B5D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638" y="566057"/>
            <a:ext cx="1309753" cy="103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1770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{F2AD685E-CA24-4811-AACC-D9924923BD38}TF201209c3-d067-44f9-a26f-c8f216c4431347f6cf9d_win32-4021059b889a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DividendVTI</vt:lpstr>
      <vt:lpstr>Bluestock Mutual Fund Analytics Platform</vt:lpstr>
      <vt:lpstr>Problem Statement &amp; Objectives</vt:lpstr>
      <vt:lpstr>Data Sources</vt:lpstr>
      <vt:lpstr>System Architecture</vt:lpstr>
      <vt:lpstr>EDA Highlights – Industry Trends</vt:lpstr>
      <vt:lpstr>EDA Highlights – Investor Analytics</vt:lpstr>
      <vt:lpstr>Performance Metrics – Return Analysis</vt:lpstr>
      <vt:lpstr>Performance Metrics – Risk Analysis</vt:lpstr>
      <vt:lpstr>Dashboard Showcase – Industry Overview </vt:lpstr>
      <vt:lpstr>Dashboard Showcase – Performance &amp; Investor Analytics </vt:lpstr>
      <vt:lpstr>Key Findings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nihal chaddha</dc:creator>
  <cp:revision>1</cp:revision>
  <dcterms:created xsi:type="dcterms:W3CDTF">2026-06-12T05:01:37Z</dcterms:created>
  <dcterms:modified xsi:type="dcterms:W3CDTF">2026-06-12T06:44:36Z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